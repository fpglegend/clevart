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8" r:id="rId14"/>
  </p:sldIdLst>
  <p:sldSz cx="12192000" cy="6858000"/>
  <p:notesSz cx="6858000" cy="9144000"/>
  <p:defaultTextStyle>
    <a:defPPr>
      <a:defRPr lang="ar-K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A7CC4D-8292-4457-8F39-FD095A48A53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C9AF8E7-C0FD-4A06-8328-A5D12A14094F}">
      <dgm:prSet/>
      <dgm:spPr/>
      <dgm:t>
        <a:bodyPr/>
        <a:lstStyle/>
        <a:p>
          <a:r>
            <a:rPr lang="ar-KW" b="1"/>
            <a:t>Clevart</a:t>
          </a:r>
          <a:endParaRPr lang="en-US"/>
        </a:p>
      </dgm:t>
    </dgm:pt>
    <dgm:pt modelId="{FE692239-9F9D-46F9-AE74-EC60D1CE83B1}" type="parTrans" cxnId="{C276197C-6326-4121-8514-113181C84F44}">
      <dgm:prSet/>
      <dgm:spPr/>
      <dgm:t>
        <a:bodyPr/>
        <a:lstStyle/>
        <a:p>
          <a:endParaRPr lang="en-US"/>
        </a:p>
      </dgm:t>
    </dgm:pt>
    <dgm:pt modelId="{EA8ECC80-8722-4BA3-85E3-DDC0EC630D6D}" type="sibTrans" cxnId="{C276197C-6326-4121-8514-113181C84F44}">
      <dgm:prSet/>
      <dgm:spPr/>
      <dgm:t>
        <a:bodyPr/>
        <a:lstStyle/>
        <a:p>
          <a:endParaRPr lang="en-US"/>
        </a:p>
      </dgm:t>
    </dgm:pt>
    <dgm:pt modelId="{9CB5D934-15CB-477A-A6CE-8D18D0862382}">
      <dgm:prSet/>
      <dgm:spPr/>
      <dgm:t>
        <a:bodyPr/>
        <a:lstStyle/>
        <a:p>
          <a:r>
            <a:rPr lang="ar-KW"/>
            <a:t>Clip-on smart device attached to supermarket carts.</a:t>
          </a:r>
          <a:endParaRPr lang="en-US"/>
        </a:p>
      </dgm:t>
    </dgm:pt>
    <dgm:pt modelId="{3B8A784E-FAA3-4493-A8AB-43234B653D58}" type="parTrans" cxnId="{2C8C7A52-6855-4645-AB99-B18EE3CADF7D}">
      <dgm:prSet/>
      <dgm:spPr/>
      <dgm:t>
        <a:bodyPr/>
        <a:lstStyle/>
        <a:p>
          <a:endParaRPr lang="en-US"/>
        </a:p>
      </dgm:t>
    </dgm:pt>
    <dgm:pt modelId="{F23B1304-B011-47C7-982A-B858148D8D20}" type="sibTrans" cxnId="{2C8C7A52-6855-4645-AB99-B18EE3CADF7D}">
      <dgm:prSet/>
      <dgm:spPr/>
      <dgm:t>
        <a:bodyPr/>
        <a:lstStyle/>
        <a:p>
          <a:endParaRPr lang="en-US"/>
        </a:p>
      </dgm:t>
    </dgm:pt>
    <dgm:pt modelId="{37F2559E-E397-48A5-934A-3FB181BB40B3}">
      <dgm:prSet/>
      <dgm:spPr/>
      <dgm:t>
        <a:bodyPr/>
        <a:lstStyle/>
        <a:p>
          <a:r>
            <a:rPr lang="ar-KW"/>
            <a:t>Features:</a:t>
          </a:r>
          <a:endParaRPr lang="en-US"/>
        </a:p>
      </dgm:t>
    </dgm:pt>
    <dgm:pt modelId="{7D4A3DFA-8A84-4946-9129-64AEA8025FF4}" type="parTrans" cxnId="{2E4B274F-02C4-4DE7-9B4F-EFF022E55BA2}">
      <dgm:prSet/>
      <dgm:spPr/>
      <dgm:t>
        <a:bodyPr/>
        <a:lstStyle/>
        <a:p>
          <a:endParaRPr lang="en-US"/>
        </a:p>
      </dgm:t>
    </dgm:pt>
    <dgm:pt modelId="{76D3A6C5-5A5E-4AC3-B114-BD51674D60C1}" type="sibTrans" cxnId="{2E4B274F-02C4-4DE7-9B4F-EFF022E55BA2}">
      <dgm:prSet/>
      <dgm:spPr/>
      <dgm:t>
        <a:bodyPr/>
        <a:lstStyle/>
        <a:p>
          <a:endParaRPr lang="en-US"/>
        </a:p>
      </dgm:t>
    </dgm:pt>
    <dgm:pt modelId="{81EBFA46-E297-4BAB-AD39-DC0CF426B7FC}">
      <dgm:prSet/>
      <dgm:spPr/>
      <dgm:t>
        <a:bodyPr/>
        <a:lstStyle/>
        <a:p>
          <a:r>
            <a:rPr lang="ar-KW"/>
            <a:t>Indoor Positioning</a:t>
          </a:r>
          <a:endParaRPr lang="en-US"/>
        </a:p>
      </dgm:t>
    </dgm:pt>
    <dgm:pt modelId="{10D336EE-E709-4671-BF6D-AEF9CDD15EC3}" type="parTrans" cxnId="{F6665BE8-95E1-48DE-9536-F8655D82FE37}">
      <dgm:prSet/>
      <dgm:spPr/>
      <dgm:t>
        <a:bodyPr/>
        <a:lstStyle/>
        <a:p>
          <a:endParaRPr lang="en-US"/>
        </a:p>
      </dgm:t>
    </dgm:pt>
    <dgm:pt modelId="{648AAA59-4228-45BD-8FA1-6F646021447B}" type="sibTrans" cxnId="{F6665BE8-95E1-48DE-9536-F8655D82FE37}">
      <dgm:prSet/>
      <dgm:spPr/>
      <dgm:t>
        <a:bodyPr/>
        <a:lstStyle/>
        <a:p>
          <a:endParaRPr lang="en-US"/>
        </a:p>
      </dgm:t>
    </dgm:pt>
    <dgm:pt modelId="{4CAD2CDB-10B0-4525-9A28-138FF0B608C5}">
      <dgm:prSet/>
      <dgm:spPr/>
      <dgm:t>
        <a:bodyPr/>
        <a:lstStyle/>
        <a:p>
          <a:r>
            <a:rPr lang="ar-KW"/>
            <a:t>Product Database</a:t>
          </a:r>
          <a:endParaRPr lang="en-US"/>
        </a:p>
      </dgm:t>
    </dgm:pt>
    <dgm:pt modelId="{C4135ADF-FA3E-40CC-81CE-6CD2226CC98F}" type="parTrans" cxnId="{AA368BB9-4E11-4415-8405-377A10399AEF}">
      <dgm:prSet/>
      <dgm:spPr/>
      <dgm:t>
        <a:bodyPr/>
        <a:lstStyle/>
        <a:p>
          <a:endParaRPr lang="en-US"/>
        </a:p>
      </dgm:t>
    </dgm:pt>
    <dgm:pt modelId="{269F8A50-DCC3-4871-B5A3-6D6EC3450DB0}" type="sibTrans" cxnId="{AA368BB9-4E11-4415-8405-377A10399AEF}">
      <dgm:prSet/>
      <dgm:spPr/>
      <dgm:t>
        <a:bodyPr/>
        <a:lstStyle/>
        <a:p>
          <a:endParaRPr lang="en-US"/>
        </a:p>
      </dgm:t>
    </dgm:pt>
    <dgm:pt modelId="{BF1CC2B8-1A3D-4FB3-9807-5455A27720C6}">
      <dgm:prSet/>
      <dgm:spPr/>
      <dgm:t>
        <a:bodyPr/>
        <a:lstStyle/>
        <a:p>
          <a:r>
            <a:rPr lang="ar-KW"/>
            <a:t>Dynamic Routing</a:t>
          </a:r>
          <a:endParaRPr lang="en-US"/>
        </a:p>
      </dgm:t>
    </dgm:pt>
    <dgm:pt modelId="{E6A24D9D-3F00-4EE1-91F8-6B24C9E7BABF}" type="parTrans" cxnId="{126CA588-B535-4612-BF75-6CF6453AF5A6}">
      <dgm:prSet/>
      <dgm:spPr/>
      <dgm:t>
        <a:bodyPr/>
        <a:lstStyle/>
        <a:p>
          <a:endParaRPr lang="en-US"/>
        </a:p>
      </dgm:t>
    </dgm:pt>
    <dgm:pt modelId="{BD64FF54-1714-4AB0-8BCC-41A350959C7E}" type="sibTrans" cxnId="{126CA588-B535-4612-BF75-6CF6453AF5A6}">
      <dgm:prSet/>
      <dgm:spPr/>
      <dgm:t>
        <a:bodyPr/>
        <a:lstStyle/>
        <a:p>
          <a:endParaRPr lang="en-US"/>
        </a:p>
      </dgm:t>
    </dgm:pt>
    <dgm:pt modelId="{ED03F6D7-9003-41B0-8912-E000C5F6F788}">
      <dgm:prSet/>
      <dgm:spPr/>
      <dgm:t>
        <a:bodyPr/>
        <a:lstStyle/>
        <a:p>
          <a:r>
            <a:rPr lang="ar-KW"/>
            <a:t>Shopping List Tracking</a:t>
          </a:r>
          <a:endParaRPr lang="en-US"/>
        </a:p>
      </dgm:t>
    </dgm:pt>
    <dgm:pt modelId="{7D224DB0-02A5-4DB2-B804-EA35DEDA1509}" type="parTrans" cxnId="{F5CE731D-FA61-4D28-A0E4-60212B948E22}">
      <dgm:prSet/>
      <dgm:spPr/>
      <dgm:t>
        <a:bodyPr/>
        <a:lstStyle/>
        <a:p>
          <a:endParaRPr lang="en-US"/>
        </a:p>
      </dgm:t>
    </dgm:pt>
    <dgm:pt modelId="{53EF9E12-A105-41F5-A653-42A5C576368A}" type="sibTrans" cxnId="{F5CE731D-FA61-4D28-A0E4-60212B948E22}">
      <dgm:prSet/>
      <dgm:spPr/>
      <dgm:t>
        <a:bodyPr/>
        <a:lstStyle/>
        <a:p>
          <a:endParaRPr lang="en-US"/>
        </a:p>
      </dgm:t>
    </dgm:pt>
    <dgm:pt modelId="{930539D1-B659-4BCF-82E1-54D9C2D9CBD7}">
      <dgm:prSet/>
      <dgm:spPr/>
      <dgm:t>
        <a:bodyPr/>
        <a:lstStyle/>
        <a:p>
          <a:r>
            <a:rPr lang="ar-KW"/>
            <a:t>Purchase Monitoring</a:t>
          </a:r>
          <a:endParaRPr lang="en-US"/>
        </a:p>
      </dgm:t>
    </dgm:pt>
    <dgm:pt modelId="{0436FC15-249D-44CA-BC14-8111931DF720}" type="parTrans" cxnId="{01CADF8D-912C-43CA-AB70-9D219CF16B79}">
      <dgm:prSet/>
      <dgm:spPr/>
      <dgm:t>
        <a:bodyPr/>
        <a:lstStyle/>
        <a:p>
          <a:endParaRPr lang="en-US"/>
        </a:p>
      </dgm:t>
    </dgm:pt>
    <dgm:pt modelId="{261EE066-C55A-491A-9A8F-DA155E5637DB}" type="sibTrans" cxnId="{01CADF8D-912C-43CA-AB70-9D219CF16B79}">
      <dgm:prSet/>
      <dgm:spPr/>
      <dgm:t>
        <a:bodyPr/>
        <a:lstStyle/>
        <a:p>
          <a:endParaRPr lang="en-US"/>
        </a:p>
      </dgm:t>
    </dgm:pt>
    <dgm:pt modelId="{0A11CCFB-11D6-4958-9B54-3DFFE15202E1}">
      <dgm:prSet/>
      <dgm:spPr/>
      <dgm:t>
        <a:bodyPr/>
        <a:lstStyle/>
        <a:p>
          <a:r>
            <a:rPr lang="ar-KW"/>
            <a:t>Real-Time Route Updates</a:t>
          </a:r>
          <a:endParaRPr lang="en-US"/>
        </a:p>
      </dgm:t>
    </dgm:pt>
    <dgm:pt modelId="{76FCDB7D-69A4-4031-A775-2E2D7AAA433F}" type="parTrans" cxnId="{0A24C061-17E4-4701-BDD6-EDC9D6B62F57}">
      <dgm:prSet/>
      <dgm:spPr/>
      <dgm:t>
        <a:bodyPr/>
        <a:lstStyle/>
        <a:p>
          <a:endParaRPr lang="en-US"/>
        </a:p>
      </dgm:t>
    </dgm:pt>
    <dgm:pt modelId="{88C78BDF-6C7E-4926-BA3C-643F960F917C}" type="sibTrans" cxnId="{0A24C061-17E4-4701-BDD6-EDC9D6B62F57}">
      <dgm:prSet/>
      <dgm:spPr/>
      <dgm:t>
        <a:bodyPr/>
        <a:lstStyle/>
        <a:p>
          <a:endParaRPr lang="en-US"/>
        </a:p>
      </dgm:t>
    </dgm:pt>
    <dgm:pt modelId="{22C04F60-2E51-4938-83FE-C7E9C3DC7A47}" type="pres">
      <dgm:prSet presAssocID="{AAA7CC4D-8292-4457-8F39-FD095A48A531}" presName="linear" presStyleCnt="0">
        <dgm:presLayoutVars>
          <dgm:animLvl val="lvl"/>
          <dgm:resizeHandles val="exact"/>
        </dgm:presLayoutVars>
      </dgm:prSet>
      <dgm:spPr/>
    </dgm:pt>
    <dgm:pt modelId="{7BFCA78A-6405-4FD0-8DB1-B632D76DE3E1}" type="pres">
      <dgm:prSet presAssocID="{DC9AF8E7-C0FD-4A06-8328-A5D12A14094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76B621C-8E77-4A0D-B247-BA6B173BC77A}" type="pres">
      <dgm:prSet presAssocID="{EA8ECC80-8722-4BA3-85E3-DDC0EC630D6D}" presName="spacer" presStyleCnt="0"/>
      <dgm:spPr/>
    </dgm:pt>
    <dgm:pt modelId="{6E0C49CE-B23B-4753-B812-8820717A1EE8}" type="pres">
      <dgm:prSet presAssocID="{9CB5D934-15CB-477A-A6CE-8D18D08623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1E026FA-28BD-4A3A-9D9B-C9989DD9A9F3}" type="pres">
      <dgm:prSet presAssocID="{F23B1304-B011-47C7-982A-B858148D8D20}" presName="spacer" presStyleCnt="0"/>
      <dgm:spPr/>
    </dgm:pt>
    <dgm:pt modelId="{C85261F9-83E0-4B90-8C24-782200E71282}" type="pres">
      <dgm:prSet presAssocID="{37F2559E-E397-48A5-934A-3FB181BB40B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74DF967-8A94-4214-B824-144B075F079E}" type="pres">
      <dgm:prSet presAssocID="{37F2559E-E397-48A5-934A-3FB181BB40B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5CE731D-FA61-4D28-A0E4-60212B948E22}" srcId="{37F2559E-E397-48A5-934A-3FB181BB40B3}" destId="{ED03F6D7-9003-41B0-8912-E000C5F6F788}" srcOrd="3" destOrd="0" parTransId="{7D224DB0-02A5-4DB2-B804-EA35DEDA1509}" sibTransId="{53EF9E12-A105-41F5-A653-42A5C576368A}"/>
    <dgm:cxn modelId="{6456092A-3BE3-4A14-BC3E-1AC26909197A}" type="presOf" srcId="{BF1CC2B8-1A3D-4FB3-9807-5455A27720C6}" destId="{274DF967-8A94-4214-B824-144B075F079E}" srcOrd="0" destOrd="2" presId="urn:microsoft.com/office/officeart/2005/8/layout/vList2"/>
    <dgm:cxn modelId="{999E7E2A-F635-495C-B581-467C1237482E}" type="presOf" srcId="{DC9AF8E7-C0FD-4A06-8328-A5D12A14094F}" destId="{7BFCA78A-6405-4FD0-8DB1-B632D76DE3E1}" srcOrd="0" destOrd="0" presId="urn:microsoft.com/office/officeart/2005/8/layout/vList2"/>
    <dgm:cxn modelId="{0A24C061-17E4-4701-BDD6-EDC9D6B62F57}" srcId="{37F2559E-E397-48A5-934A-3FB181BB40B3}" destId="{0A11CCFB-11D6-4958-9B54-3DFFE15202E1}" srcOrd="5" destOrd="0" parTransId="{76FCDB7D-69A4-4031-A775-2E2D7AAA433F}" sibTransId="{88C78BDF-6C7E-4926-BA3C-643F960F917C}"/>
    <dgm:cxn modelId="{8AC6BE6A-7029-4B7F-A5AD-BB2708CC3304}" type="presOf" srcId="{9CB5D934-15CB-477A-A6CE-8D18D0862382}" destId="{6E0C49CE-B23B-4753-B812-8820717A1EE8}" srcOrd="0" destOrd="0" presId="urn:microsoft.com/office/officeart/2005/8/layout/vList2"/>
    <dgm:cxn modelId="{8AE1B46B-3FB2-4295-BCB5-E71530E1E16D}" type="presOf" srcId="{930539D1-B659-4BCF-82E1-54D9C2D9CBD7}" destId="{274DF967-8A94-4214-B824-144B075F079E}" srcOrd="0" destOrd="4" presId="urn:microsoft.com/office/officeart/2005/8/layout/vList2"/>
    <dgm:cxn modelId="{2E4B274F-02C4-4DE7-9B4F-EFF022E55BA2}" srcId="{AAA7CC4D-8292-4457-8F39-FD095A48A531}" destId="{37F2559E-E397-48A5-934A-3FB181BB40B3}" srcOrd="2" destOrd="0" parTransId="{7D4A3DFA-8A84-4946-9129-64AEA8025FF4}" sibTransId="{76D3A6C5-5A5E-4AC3-B114-BD51674D60C1}"/>
    <dgm:cxn modelId="{2C8C7A52-6855-4645-AB99-B18EE3CADF7D}" srcId="{AAA7CC4D-8292-4457-8F39-FD095A48A531}" destId="{9CB5D934-15CB-477A-A6CE-8D18D0862382}" srcOrd="1" destOrd="0" parTransId="{3B8A784E-FAA3-4493-A8AB-43234B653D58}" sibTransId="{F23B1304-B011-47C7-982A-B858148D8D20}"/>
    <dgm:cxn modelId="{C276197C-6326-4121-8514-113181C84F44}" srcId="{AAA7CC4D-8292-4457-8F39-FD095A48A531}" destId="{DC9AF8E7-C0FD-4A06-8328-A5D12A14094F}" srcOrd="0" destOrd="0" parTransId="{FE692239-9F9D-46F9-AE74-EC60D1CE83B1}" sibTransId="{EA8ECC80-8722-4BA3-85E3-DDC0EC630D6D}"/>
    <dgm:cxn modelId="{126CA588-B535-4612-BF75-6CF6453AF5A6}" srcId="{37F2559E-E397-48A5-934A-3FB181BB40B3}" destId="{BF1CC2B8-1A3D-4FB3-9807-5455A27720C6}" srcOrd="2" destOrd="0" parTransId="{E6A24D9D-3F00-4EE1-91F8-6B24C9E7BABF}" sibTransId="{BD64FF54-1714-4AB0-8BCC-41A350959C7E}"/>
    <dgm:cxn modelId="{322DBC8B-4855-46DC-BC3F-7BEC4F0BB44D}" type="presOf" srcId="{4CAD2CDB-10B0-4525-9A28-138FF0B608C5}" destId="{274DF967-8A94-4214-B824-144B075F079E}" srcOrd="0" destOrd="1" presId="urn:microsoft.com/office/officeart/2005/8/layout/vList2"/>
    <dgm:cxn modelId="{01CADF8D-912C-43CA-AB70-9D219CF16B79}" srcId="{37F2559E-E397-48A5-934A-3FB181BB40B3}" destId="{930539D1-B659-4BCF-82E1-54D9C2D9CBD7}" srcOrd="4" destOrd="0" parTransId="{0436FC15-249D-44CA-BC14-8111931DF720}" sibTransId="{261EE066-C55A-491A-9A8F-DA155E5637DB}"/>
    <dgm:cxn modelId="{01A9649D-76F2-427E-AB2A-E7DF3B77DB6E}" type="presOf" srcId="{ED03F6D7-9003-41B0-8912-E000C5F6F788}" destId="{274DF967-8A94-4214-B824-144B075F079E}" srcOrd="0" destOrd="3" presId="urn:microsoft.com/office/officeart/2005/8/layout/vList2"/>
    <dgm:cxn modelId="{1B39FAAD-EA89-43F2-B7FF-3EEBCB5978FD}" type="presOf" srcId="{81EBFA46-E297-4BAB-AD39-DC0CF426B7FC}" destId="{274DF967-8A94-4214-B824-144B075F079E}" srcOrd="0" destOrd="0" presId="urn:microsoft.com/office/officeart/2005/8/layout/vList2"/>
    <dgm:cxn modelId="{15A35EAF-2FA0-4152-B33D-2C5CC5A8A574}" type="presOf" srcId="{0A11CCFB-11D6-4958-9B54-3DFFE15202E1}" destId="{274DF967-8A94-4214-B824-144B075F079E}" srcOrd="0" destOrd="5" presId="urn:microsoft.com/office/officeart/2005/8/layout/vList2"/>
    <dgm:cxn modelId="{AA368BB9-4E11-4415-8405-377A10399AEF}" srcId="{37F2559E-E397-48A5-934A-3FB181BB40B3}" destId="{4CAD2CDB-10B0-4525-9A28-138FF0B608C5}" srcOrd="1" destOrd="0" parTransId="{C4135ADF-FA3E-40CC-81CE-6CD2226CC98F}" sibTransId="{269F8A50-DCC3-4871-B5A3-6D6EC3450DB0}"/>
    <dgm:cxn modelId="{39AF02DB-89AB-461F-BE9F-71E946FCEE73}" type="presOf" srcId="{37F2559E-E397-48A5-934A-3FB181BB40B3}" destId="{C85261F9-83E0-4B90-8C24-782200E71282}" srcOrd="0" destOrd="0" presId="urn:microsoft.com/office/officeart/2005/8/layout/vList2"/>
    <dgm:cxn modelId="{F6665BE8-95E1-48DE-9536-F8655D82FE37}" srcId="{37F2559E-E397-48A5-934A-3FB181BB40B3}" destId="{81EBFA46-E297-4BAB-AD39-DC0CF426B7FC}" srcOrd="0" destOrd="0" parTransId="{10D336EE-E709-4671-BF6D-AEF9CDD15EC3}" sibTransId="{648AAA59-4228-45BD-8FA1-6F646021447B}"/>
    <dgm:cxn modelId="{5549BFF1-8898-4DB3-8270-47F8F293D598}" type="presOf" srcId="{AAA7CC4D-8292-4457-8F39-FD095A48A531}" destId="{22C04F60-2E51-4938-83FE-C7E9C3DC7A47}" srcOrd="0" destOrd="0" presId="urn:microsoft.com/office/officeart/2005/8/layout/vList2"/>
    <dgm:cxn modelId="{284EFC5E-D987-4F77-A2EB-1FBDFDC976C7}" type="presParOf" srcId="{22C04F60-2E51-4938-83FE-C7E9C3DC7A47}" destId="{7BFCA78A-6405-4FD0-8DB1-B632D76DE3E1}" srcOrd="0" destOrd="0" presId="urn:microsoft.com/office/officeart/2005/8/layout/vList2"/>
    <dgm:cxn modelId="{B7AF6095-B018-41F0-9F23-4876A963D23A}" type="presParOf" srcId="{22C04F60-2E51-4938-83FE-C7E9C3DC7A47}" destId="{A76B621C-8E77-4A0D-B247-BA6B173BC77A}" srcOrd="1" destOrd="0" presId="urn:microsoft.com/office/officeart/2005/8/layout/vList2"/>
    <dgm:cxn modelId="{B357F825-29E0-4E68-ACDB-D238C5917CB5}" type="presParOf" srcId="{22C04F60-2E51-4938-83FE-C7E9C3DC7A47}" destId="{6E0C49CE-B23B-4753-B812-8820717A1EE8}" srcOrd="2" destOrd="0" presId="urn:microsoft.com/office/officeart/2005/8/layout/vList2"/>
    <dgm:cxn modelId="{3CB8176D-4415-4ECB-97F0-709AEA1BB6F5}" type="presParOf" srcId="{22C04F60-2E51-4938-83FE-C7E9C3DC7A47}" destId="{F1E026FA-28BD-4A3A-9D9B-C9989DD9A9F3}" srcOrd="3" destOrd="0" presId="urn:microsoft.com/office/officeart/2005/8/layout/vList2"/>
    <dgm:cxn modelId="{AA4187AB-81AD-41EA-9DFC-7D84F642748E}" type="presParOf" srcId="{22C04F60-2E51-4938-83FE-C7E9C3DC7A47}" destId="{C85261F9-83E0-4B90-8C24-782200E71282}" srcOrd="4" destOrd="0" presId="urn:microsoft.com/office/officeart/2005/8/layout/vList2"/>
    <dgm:cxn modelId="{EB978F9B-2E87-488D-82D8-4CE5A7D2838E}" type="presParOf" srcId="{22C04F60-2E51-4938-83FE-C7E9C3DC7A47}" destId="{274DF967-8A94-4214-B824-144B075F079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4A8A1F-0407-4D9A-B768-8121FC2F6355}" type="doc">
      <dgm:prSet loTypeId="urn:microsoft.com/office/officeart/2005/8/layout/vList5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182D822-AE8B-4466-AAB1-1645E447044C}">
      <dgm:prSet/>
      <dgm:spPr/>
      <dgm:t>
        <a:bodyPr/>
        <a:lstStyle/>
        <a:p>
          <a:r>
            <a:rPr lang="ar-KW"/>
            <a:t>SmartMart</a:t>
          </a:r>
          <a:endParaRPr lang="en-US"/>
        </a:p>
      </dgm:t>
    </dgm:pt>
    <dgm:pt modelId="{4E6879B2-8A2E-4FD7-A2EB-FAD6FE1E2BF2}" type="parTrans" cxnId="{BDC42298-D5D1-4D75-99AF-33E37A76F293}">
      <dgm:prSet/>
      <dgm:spPr/>
      <dgm:t>
        <a:bodyPr/>
        <a:lstStyle/>
        <a:p>
          <a:endParaRPr lang="en-US"/>
        </a:p>
      </dgm:t>
    </dgm:pt>
    <dgm:pt modelId="{CAF9C7F6-B79B-4E06-87D3-3597D41C84CD}" type="sibTrans" cxnId="{BDC42298-D5D1-4D75-99AF-33E37A76F293}">
      <dgm:prSet/>
      <dgm:spPr/>
      <dgm:t>
        <a:bodyPr/>
        <a:lstStyle/>
        <a:p>
          <a:endParaRPr lang="en-US"/>
        </a:p>
      </dgm:t>
    </dgm:pt>
    <dgm:pt modelId="{519C2426-A638-4E3D-AF3A-AC07C1AB46F7}">
      <dgm:prSet/>
      <dgm:spPr/>
      <dgm:t>
        <a:bodyPr/>
        <a:lstStyle/>
        <a:p>
          <a:r>
            <a:rPr lang="ar-KW"/>
            <a:t>GroFin</a:t>
          </a:r>
          <a:endParaRPr lang="en-US"/>
        </a:p>
      </dgm:t>
    </dgm:pt>
    <dgm:pt modelId="{891AA61D-0943-445C-BD3A-2E55392A2112}" type="parTrans" cxnId="{5122BABE-B580-4EF8-AEA3-9ECCCBDDBCB1}">
      <dgm:prSet/>
      <dgm:spPr/>
      <dgm:t>
        <a:bodyPr/>
        <a:lstStyle/>
        <a:p>
          <a:endParaRPr lang="en-US"/>
        </a:p>
      </dgm:t>
    </dgm:pt>
    <dgm:pt modelId="{386EA2D8-DA86-46AC-BBA2-48C26212891B}" type="sibTrans" cxnId="{5122BABE-B580-4EF8-AEA3-9ECCCBDDBCB1}">
      <dgm:prSet/>
      <dgm:spPr/>
      <dgm:t>
        <a:bodyPr/>
        <a:lstStyle/>
        <a:p>
          <a:endParaRPr lang="en-US"/>
        </a:p>
      </dgm:t>
    </dgm:pt>
    <dgm:pt modelId="{14559010-258E-41C3-8492-FD344180BC01}">
      <dgm:prSet/>
      <dgm:spPr/>
      <dgm:t>
        <a:bodyPr/>
        <a:lstStyle/>
        <a:p>
          <a:r>
            <a:rPr lang="ar-KW"/>
            <a:t>CAST</a:t>
          </a:r>
          <a:endParaRPr lang="en-US"/>
        </a:p>
      </dgm:t>
    </dgm:pt>
    <dgm:pt modelId="{035847E1-67BB-4C46-AF1A-AFA39D29D3BA}" type="parTrans" cxnId="{AF722C8B-ADB8-4FFD-A05B-AC1E690834EE}">
      <dgm:prSet/>
      <dgm:spPr/>
      <dgm:t>
        <a:bodyPr/>
        <a:lstStyle/>
        <a:p>
          <a:endParaRPr lang="en-US"/>
        </a:p>
      </dgm:t>
    </dgm:pt>
    <dgm:pt modelId="{08277CD6-137D-4130-AEA2-8A0BC9605995}" type="sibTrans" cxnId="{AF722C8B-ADB8-4FFD-A05B-AC1E690834EE}">
      <dgm:prSet/>
      <dgm:spPr/>
      <dgm:t>
        <a:bodyPr/>
        <a:lstStyle/>
        <a:p>
          <a:endParaRPr lang="en-US"/>
        </a:p>
      </dgm:t>
    </dgm:pt>
    <dgm:pt modelId="{A096739B-9F38-4875-9366-D9239FC6094D}">
      <dgm:prSet/>
      <dgm:spPr/>
      <dgm:t>
        <a:bodyPr/>
        <a:lstStyle/>
        <a:p>
          <a:r>
            <a:rPr lang="ar-KW"/>
            <a:t>Coles Smart Cart</a:t>
          </a:r>
          <a:endParaRPr lang="en-US"/>
        </a:p>
      </dgm:t>
    </dgm:pt>
    <dgm:pt modelId="{534ABB82-1A37-4FF1-BA8F-CE41A26BB25F}" type="parTrans" cxnId="{63862685-84CB-45F5-B661-98D18A0862EC}">
      <dgm:prSet/>
      <dgm:spPr/>
      <dgm:t>
        <a:bodyPr/>
        <a:lstStyle/>
        <a:p>
          <a:endParaRPr lang="en-US"/>
        </a:p>
      </dgm:t>
    </dgm:pt>
    <dgm:pt modelId="{03F46CD7-1491-43C9-8290-4742669C3955}" type="sibTrans" cxnId="{63862685-84CB-45F5-B661-98D18A0862EC}">
      <dgm:prSet/>
      <dgm:spPr/>
      <dgm:t>
        <a:bodyPr/>
        <a:lstStyle/>
        <a:p>
          <a:endParaRPr lang="en-US"/>
        </a:p>
      </dgm:t>
    </dgm:pt>
    <dgm:pt modelId="{011CB482-EAFE-4005-94C5-2D28B19B7D77}">
      <dgm:prSet/>
      <dgm:spPr/>
      <dgm:t>
        <a:bodyPr/>
        <a:lstStyle/>
        <a:p>
          <a:r>
            <a:rPr lang="ar-KW"/>
            <a:t>Shopic Smart Cart</a:t>
          </a:r>
          <a:endParaRPr lang="en-US"/>
        </a:p>
      </dgm:t>
    </dgm:pt>
    <dgm:pt modelId="{7480A6FA-43F7-47CB-A102-99C93CE2BE38}" type="parTrans" cxnId="{D5DFCCAA-101A-4C64-8F8C-CF5A3BBCC888}">
      <dgm:prSet/>
      <dgm:spPr/>
      <dgm:t>
        <a:bodyPr/>
        <a:lstStyle/>
        <a:p>
          <a:endParaRPr lang="en-US"/>
        </a:p>
      </dgm:t>
    </dgm:pt>
    <dgm:pt modelId="{B6B9DB96-AFDE-4024-A49F-AA407788629C}" type="sibTrans" cxnId="{D5DFCCAA-101A-4C64-8F8C-CF5A3BBCC888}">
      <dgm:prSet/>
      <dgm:spPr/>
      <dgm:t>
        <a:bodyPr/>
        <a:lstStyle/>
        <a:p>
          <a:endParaRPr lang="en-US"/>
        </a:p>
      </dgm:t>
    </dgm:pt>
    <dgm:pt modelId="{3DB3098E-218D-49CE-B545-E04DC6C793FD}">
      <dgm:prSet/>
      <dgm:spPr/>
      <dgm:t>
        <a:bodyPr/>
        <a:lstStyle/>
        <a:p>
          <a:r>
            <a:rPr lang="ar-KW"/>
            <a:t>Woolworths Scan&amp;Go</a:t>
          </a:r>
          <a:endParaRPr lang="en-US"/>
        </a:p>
      </dgm:t>
    </dgm:pt>
    <dgm:pt modelId="{E6413420-572D-4653-9FEA-8A06CF01BC4E}" type="parTrans" cxnId="{3B6BA839-51ED-4A2B-9EDB-4B49EC688CEB}">
      <dgm:prSet/>
      <dgm:spPr/>
      <dgm:t>
        <a:bodyPr/>
        <a:lstStyle/>
        <a:p>
          <a:endParaRPr lang="en-US"/>
        </a:p>
      </dgm:t>
    </dgm:pt>
    <dgm:pt modelId="{E27BDD72-F9DE-48DC-8FCA-7219E93AB868}" type="sibTrans" cxnId="{3B6BA839-51ED-4A2B-9EDB-4B49EC688CEB}">
      <dgm:prSet/>
      <dgm:spPr/>
      <dgm:t>
        <a:bodyPr/>
        <a:lstStyle/>
        <a:p>
          <a:endParaRPr lang="en-US"/>
        </a:p>
      </dgm:t>
    </dgm:pt>
    <dgm:pt modelId="{30BD1E4C-1CDB-4A6D-8DE5-08562BF8BD95}">
      <dgm:prSet/>
      <dgm:spPr/>
      <dgm:t>
        <a:bodyPr/>
        <a:lstStyle/>
        <a:p>
          <a:r>
            <a:rPr lang="ar-KW"/>
            <a:t>Techno M-Cart</a:t>
          </a:r>
          <a:endParaRPr lang="en-US"/>
        </a:p>
      </dgm:t>
    </dgm:pt>
    <dgm:pt modelId="{E33DD108-24E8-499C-AA19-A4144C39EF51}" type="parTrans" cxnId="{BD4278B7-D385-4AC3-998C-846F5FF680CD}">
      <dgm:prSet/>
      <dgm:spPr/>
      <dgm:t>
        <a:bodyPr/>
        <a:lstStyle/>
        <a:p>
          <a:endParaRPr lang="en-US"/>
        </a:p>
      </dgm:t>
    </dgm:pt>
    <dgm:pt modelId="{4F7B8B11-40E3-440C-B693-219D3436AC04}" type="sibTrans" cxnId="{BD4278B7-D385-4AC3-998C-846F5FF680CD}">
      <dgm:prSet/>
      <dgm:spPr/>
      <dgm:t>
        <a:bodyPr/>
        <a:lstStyle/>
        <a:p>
          <a:endParaRPr lang="en-US"/>
        </a:p>
      </dgm:t>
    </dgm:pt>
    <dgm:pt modelId="{841B7B7C-5B62-491F-BE56-E85466A92977}" type="pres">
      <dgm:prSet presAssocID="{ED4A8A1F-0407-4D9A-B768-8121FC2F6355}" presName="Name0" presStyleCnt="0">
        <dgm:presLayoutVars>
          <dgm:dir/>
          <dgm:animLvl val="lvl"/>
          <dgm:resizeHandles val="exact"/>
        </dgm:presLayoutVars>
      </dgm:prSet>
      <dgm:spPr/>
    </dgm:pt>
    <dgm:pt modelId="{A8BE7967-3103-4D87-8C3A-291B6D424C69}" type="pres">
      <dgm:prSet presAssocID="{3182D822-AE8B-4466-AAB1-1645E447044C}" presName="linNode" presStyleCnt="0"/>
      <dgm:spPr/>
    </dgm:pt>
    <dgm:pt modelId="{C062DD3C-B414-4988-8247-BDA335213CA0}" type="pres">
      <dgm:prSet presAssocID="{3182D822-AE8B-4466-AAB1-1645E447044C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C00B2DAC-6E5A-4622-B575-952C7EDCEE99}" type="pres">
      <dgm:prSet presAssocID="{CAF9C7F6-B79B-4E06-87D3-3597D41C84CD}" presName="sp" presStyleCnt="0"/>
      <dgm:spPr/>
    </dgm:pt>
    <dgm:pt modelId="{3E27ECBA-6550-43BA-8688-E7750C9F6BCF}" type="pres">
      <dgm:prSet presAssocID="{519C2426-A638-4E3D-AF3A-AC07C1AB46F7}" presName="linNode" presStyleCnt="0"/>
      <dgm:spPr/>
    </dgm:pt>
    <dgm:pt modelId="{FD253D6E-656C-4C23-B996-3FBD13320A94}" type="pres">
      <dgm:prSet presAssocID="{519C2426-A638-4E3D-AF3A-AC07C1AB46F7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4B8DB58A-D5DE-47CD-A5CD-CDD120E43E10}" type="pres">
      <dgm:prSet presAssocID="{386EA2D8-DA86-46AC-BBA2-48C26212891B}" presName="sp" presStyleCnt="0"/>
      <dgm:spPr/>
    </dgm:pt>
    <dgm:pt modelId="{6E60BBBB-FF5B-43B6-B003-6ED1F97FEF2C}" type="pres">
      <dgm:prSet presAssocID="{14559010-258E-41C3-8492-FD344180BC01}" presName="linNode" presStyleCnt="0"/>
      <dgm:spPr/>
    </dgm:pt>
    <dgm:pt modelId="{A28D3390-EC8F-44A8-B01D-A2BC4DEF2B1B}" type="pres">
      <dgm:prSet presAssocID="{14559010-258E-41C3-8492-FD344180BC01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D91EF972-0F13-4F7D-9617-E05838743319}" type="pres">
      <dgm:prSet presAssocID="{08277CD6-137D-4130-AEA2-8A0BC9605995}" presName="sp" presStyleCnt="0"/>
      <dgm:spPr/>
    </dgm:pt>
    <dgm:pt modelId="{E7C51E85-AF33-4416-BA55-9108F5CEE907}" type="pres">
      <dgm:prSet presAssocID="{A096739B-9F38-4875-9366-D9239FC6094D}" presName="linNode" presStyleCnt="0"/>
      <dgm:spPr/>
    </dgm:pt>
    <dgm:pt modelId="{3EA97AFD-C89D-46DA-BD19-9A3B53FD81F3}" type="pres">
      <dgm:prSet presAssocID="{A096739B-9F38-4875-9366-D9239FC6094D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5B921737-483E-429E-894F-7DC575F50CCE}" type="pres">
      <dgm:prSet presAssocID="{03F46CD7-1491-43C9-8290-4742669C3955}" presName="sp" presStyleCnt="0"/>
      <dgm:spPr/>
    </dgm:pt>
    <dgm:pt modelId="{DD75B011-FE74-432D-9AFF-324622F2AADF}" type="pres">
      <dgm:prSet presAssocID="{011CB482-EAFE-4005-94C5-2D28B19B7D77}" presName="linNode" presStyleCnt="0"/>
      <dgm:spPr/>
    </dgm:pt>
    <dgm:pt modelId="{DE857542-CBC0-4B4F-BD38-A955D36FF443}" type="pres">
      <dgm:prSet presAssocID="{011CB482-EAFE-4005-94C5-2D28B19B7D77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53631BB8-33C7-46EC-A213-24FDAF40A749}" type="pres">
      <dgm:prSet presAssocID="{B6B9DB96-AFDE-4024-A49F-AA407788629C}" presName="sp" presStyleCnt="0"/>
      <dgm:spPr/>
    </dgm:pt>
    <dgm:pt modelId="{A7E4DC73-B350-4023-958B-707F62D1DD87}" type="pres">
      <dgm:prSet presAssocID="{3DB3098E-218D-49CE-B545-E04DC6C793FD}" presName="linNode" presStyleCnt="0"/>
      <dgm:spPr/>
    </dgm:pt>
    <dgm:pt modelId="{E76ADCE7-C220-4B3B-B2CB-26A0FC1EF494}" type="pres">
      <dgm:prSet presAssocID="{3DB3098E-218D-49CE-B545-E04DC6C793FD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4F6EF59C-9B1C-47A3-80A4-49100EDA7D7C}" type="pres">
      <dgm:prSet presAssocID="{E27BDD72-F9DE-48DC-8FCA-7219E93AB868}" presName="sp" presStyleCnt="0"/>
      <dgm:spPr/>
    </dgm:pt>
    <dgm:pt modelId="{4995EFDF-2F84-4765-BDD0-B4BE8D7C4F6F}" type="pres">
      <dgm:prSet presAssocID="{30BD1E4C-1CDB-4A6D-8DE5-08562BF8BD95}" presName="linNode" presStyleCnt="0"/>
      <dgm:spPr/>
    </dgm:pt>
    <dgm:pt modelId="{E71D2237-9363-44F3-B2EA-D792379AAC63}" type="pres">
      <dgm:prSet presAssocID="{30BD1E4C-1CDB-4A6D-8DE5-08562BF8BD95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D03DD024-AD71-4FF4-B804-B74A219E4308}" type="presOf" srcId="{3DB3098E-218D-49CE-B545-E04DC6C793FD}" destId="{E76ADCE7-C220-4B3B-B2CB-26A0FC1EF494}" srcOrd="0" destOrd="0" presId="urn:microsoft.com/office/officeart/2005/8/layout/vList5"/>
    <dgm:cxn modelId="{56424626-AFDF-40BC-A017-543E6558DC9C}" type="presOf" srcId="{ED4A8A1F-0407-4D9A-B768-8121FC2F6355}" destId="{841B7B7C-5B62-491F-BE56-E85466A92977}" srcOrd="0" destOrd="0" presId="urn:microsoft.com/office/officeart/2005/8/layout/vList5"/>
    <dgm:cxn modelId="{3B6BA839-51ED-4A2B-9EDB-4B49EC688CEB}" srcId="{ED4A8A1F-0407-4D9A-B768-8121FC2F6355}" destId="{3DB3098E-218D-49CE-B545-E04DC6C793FD}" srcOrd="5" destOrd="0" parTransId="{E6413420-572D-4653-9FEA-8A06CF01BC4E}" sibTransId="{E27BDD72-F9DE-48DC-8FCA-7219E93AB868}"/>
    <dgm:cxn modelId="{E521A76E-6781-4A6E-B477-43BFF36F0027}" type="presOf" srcId="{3182D822-AE8B-4466-AAB1-1645E447044C}" destId="{C062DD3C-B414-4988-8247-BDA335213CA0}" srcOrd="0" destOrd="0" presId="urn:microsoft.com/office/officeart/2005/8/layout/vList5"/>
    <dgm:cxn modelId="{34089B4F-0D70-46E3-8695-E68140C89BBA}" type="presOf" srcId="{A096739B-9F38-4875-9366-D9239FC6094D}" destId="{3EA97AFD-C89D-46DA-BD19-9A3B53FD81F3}" srcOrd="0" destOrd="0" presId="urn:microsoft.com/office/officeart/2005/8/layout/vList5"/>
    <dgm:cxn modelId="{63862685-84CB-45F5-B661-98D18A0862EC}" srcId="{ED4A8A1F-0407-4D9A-B768-8121FC2F6355}" destId="{A096739B-9F38-4875-9366-D9239FC6094D}" srcOrd="3" destOrd="0" parTransId="{534ABB82-1A37-4FF1-BA8F-CE41A26BB25F}" sibTransId="{03F46CD7-1491-43C9-8290-4742669C3955}"/>
    <dgm:cxn modelId="{AF722C8B-ADB8-4FFD-A05B-AC1E690834EE}" srcId="{ED4A8A1F-0407-4D9A-B768-8121FC2F6355}" destId="{14559010-258E-41C3-8492-FD344180BC01}" srcOrd="2" destOrd="0" parTransId="{035847E1-67BB-4C46-AF1A-AFA39D29D3BA}" sibTransId="{08277CD6-137D-4130-AEA2-8A0BC9605995}"/>
    <dgm:cxn modelId="{425F978D-6DA2-45B9-9C51-A3442DE5CB2F}" type="presOf" srcId="{14559010-258E-41C3-8492-FD344180BC01}" destId="{A28D3390-EC8F-44A8-B01D-A2BC4DEF2B1B}" srcOrd="0" destOrd="0" presId="urn:microsoft.com/office/officeart/2005/8/layout/vList5"/>
    <dgm:cxn modelId="{BDC42298-D5D1-4D75-99AF-33E37A76F293}" srcId="{ED4A8A1F-0407-4D9A-B768-8121FC2F6355}" destId="{3182D822-AE8B-4466-AAB1-1645E447044C}" srcOrd="0" destOrd="0" parTransId="{4E6879B2-8A2E-4FD7-A2EB-FAD6FE1E2BF2}" sibTransId="{CAF9C7F6-B79B-4E06-87D3-3597D41C84CD}"/>
    <dgm:cxn modelId="{D5DFCCAA-101A-4C64-8F8C-CF5A3BBCC888}" srcId="{ED4A8A1F-0407-4D9A-B768-8121FC2F6355}" destId="{011CB482-EAFE-4005-94C5-2D28B19B7D77}" srcOrd="4" destOrd="0" parTransId="{7480A6FA-43F7-47CB-A102-99C93CE2BE38}" sibTransId="{B6B9DB96-AFDE-4024-A49F-AA407788629C}"/>
    <dgm:cxn modelId="{BD4278B7-D385-4AC3-998C-846F5FF680CD}" srcId="{ED4A8A1F-0407-4D9A-B768-8121FC2F6355}" destId="{30BD1E4C-1CDB-4A6D-8DE5-08562BF8BD95}" srcOrd="6" destOrd="0" parTransId="{E33DD108-24E8-499C-AA19-A4144C39EF51}" sibTransId="{4F7B8B11-40E3-440C-B693-219D3436AC04}"/>
    <dgm:cxn modelId="{5122BABE-B580-4EF8-AEA3-9ECCCBDDBCB1}" srcId="{ED4A8A1F-0407-4D9A-B768-8121FC2F6355}" destId="{519C2426-A638-4E3D-AF3A-AC07C1AB46F7}" srcOrd="1" destOrd="0" parTransId="{891AA61D-0943-445C-BD3A-2E55392A2112}" sibTransId="{386EA2D8-DA86-46AC-BBA2-48C26212891B}"/>
    <dgm:cxn modelId="{AB7947C8-EBFD-466C-92FD-7C7F4E53CC2D}" type="presOf" srcId="{011CB482-EAFE-4005-94C5-2D28B19B7D77}" destId="{DE857542-CBC0-4B4F-BD38-A955D36FF443}" srcOrd="0" destOrd="0" presId="urn:microsoft.com/office/officeart/2005/8/layout/vList5"/>
    <dgm:cxn modelId="{5544D5CC-E59D-4188-A580-8303A2962931}" type="presOf" srcId="{30BD1E4C-1CDB-4A6D-8DE5-08562BF8BD95}" destId="{E71D2237-9363-44F3-B2EA-D792379AAC63}" srcOrd="0" destOrd="0" presId="urn:microsoft.com/office/officeart/2005/8/layout/vList5"/>
    <dgm:cxn modelId="{A54286E3-A1DE-4199-9BE1-ADF9B87D4147}" type="presOf" srcId="{519C2426-A638-4E3D-AF3A-AC07C1AB46F7}" destId="{FD253D6E-656C-4C23-B996-3FBD13320A94}" srcOrd="0" destOrd="0" presId="urn:microsoft.com/office/officeart/2005/8/layout/vList5"/>
    <dgm:cxn modelId="{9FE45646-0D54-4269-8004-E431AFD173AD}" type="presParOf" srcId="{841B7B7C-5B62-491F-BE56-E85466A92977}" destId="{A8BE7967-3103-4D87-8C3A-291B6D424C69}" srcOrd="0" destOrd="0" presId="urn:microsoft.com/office/officeart/2005/8/layout/vList5"/>
    <dgm:cxn modelId="{2E32F6E1-A339-4F86-970A-8DE0A5C64866}" type="presParOf" srcId="{A8BE7967-3103-4D87-8C3A-291B6D424C69}" destId="{C062DD3C-B414-4988-8247-BDA335213CA0}" srcOrd="0" destOrd="0" presId="urn:microsoft.com/office/officeart/2005/8/layout/vList5"/>
    <dgm:cxn modelId="{F279C694-CC4D-46AD-9DDB-515EDFF29211}" type="presParOf" srcId="{841B7B7C-5B62-491F-BE56-E85466A92977}" destId="{C00B2DAC-6E5A-4622-B575-952C7EDCEE99}" srcOrd="1" destOrd="0" presId="urn:microsoft.com/office/officeart/2005/8/layout/vList5"/>
    <dgm:cxn modelId="{0D96E3C9-F6BD-4239-BFA3-16E2D96AD140}" type="presParOf" srcId="{841B7B7C-5B62-491F-BE56-E85466A92977}" destId="{3E27ECBA-6550-43BA-8688-E7750C9F6BCF}" srcOrd="2" destOrd="0" presId="urn:microsoft.com/office/officeart/2005/8/layout/vList5"/>
    <dgm:cxn modelId="{184AF39D-5084-40A9-9FA9-3384F48BDBA1}" type="presParOf" srcId="{3E27ECBA-6550-43BA-8688-E7750C9F6BCF}" destId="{FD253D6E-656C-4C23-B996-3FBD13320A94}" srcOrd="0" destOrd="0" presId="urn:microsoft.com/office/officeart/2005/8/layout/vList5"/>
    <dgm:cxn modelId="{A2D4681D-51D3-47AC-A4B2-1B28F4FCB321}" type="presParOf" srcId="{841B7B7C-5B62-491F-BE56-E85466A92977}" destId="{4B8DB58A-D5DE-47CD-A5CD-CDD120E43E10}" srcOrd="3" destOrd="0" presId="urn:microsoft.com/office/officeart/2005/8/layout/vList5"/>
    <dgm:cxn modelId="{38899DA9-CBD4-41B3-9A93-C5AD2D0374B6}" type="presParOf" srcId="{841B7B7C-5B62-491F-BE56-E85466A92977}" destId="{6E60BBBB-FF5B-43B6-B003-6ED1F97FEF2C}" srcOrd="4" destOrd="0" presId="urn:microsoft.com/office/officeart/2005/8/layout/vList5"/>
    <dgm:cxn modelId="{7934C716-96EF-4A03-95DB-C7C6593C00F8}" type="presParOf" srcId="{6E60BBBB-FF5B-43B6-B003-6ED1F97FEF2C}" destId="{A28D3390-EC8F-44A8-B01D-A2BC4DEF2B1B}" srcOrd="0" destOrd="0" presId="urn:microsoft.com/office/officeart/2005/8/layout/vList5"/>
    <dgm:cxn modelId="{A3470D91-DEB4-4127-A5EF-96DA54018D79}" type="presParOf" srcId="{841B7B7C-5B62-491F-BE56-E85466A92977}" destId="{D91EF972-0F13-4F7D-9617-E05838743319}" srcOrd="5" destOrd="0" presId="urn:microsoft.com/office/officeart/2005/8/layout/vList5"/>
    <dgm:cxn modelId="{958E448F-8C75-4806-9408-32DDE09F320B}" type="presParOf" srcId="{841B7B7C-5B62-491F-BE56-E85466A92977}" destId="{E7C51E85-AF33-4416-BA55-9108F5CEE907}" srcOrd="6" destOrd="0" presId="urn:microsoft.com/office/officeart/2005/8/layout/vList5"/>
    <dgm:cxn modelId="{347225A6-2FB7-4A16-878B-824DB7A9F08F}" type="presParOf" srcId="{E7C51E85-AF33-4416-BA55-9108F5CEE907}" destId="{3EA97AFD-C89D-46DA-BD19-9A3B53FD81F3}" srcOrd="0" destOrd="0" presId="urn:microsoft.com/office/officeart/2005/8/layout/vList5"/>
    <dgm:cxn modelId="{72EBE690-7026-49F8-A591-0D023DB7421D}" type="presParOf" srcId="{841B7B7C-5B62-491F-BE56-E85466A92977}" destId="{5B921737-483E-429E-894F-7DC575F50CCE}" srcOrd="7" destOrd="0" presId="urn:microsoft.com/office/officeart/2005/8/layout/vList5"/>
    <dgm:cxn modelId="{627F4893-257D-4C96-B447-D8EBC0FFB74B}" type="presParOf" srcId="{841B7B7C-5B62-491F-BE56-E85466A92977}" destId="{DD75B011-FE74-432D-9AFF-324622F2AADF}" srcOrd="8" destOrd="0" presId="urn:microsoft.com/office/officeart/2005/8/layout/vList5"/>
    <dgm:cxn modelId="{565FA1A3-8335-4BF8-961A-508A93FCCDA1}" type="presParOf" srcId="{DD75B011-FE74-432D-9AFF-324622F2AADF}" destId="{DE857542-CBC0-4B4F-BD38-A955D36FF443}" srcOrd="0" destOrd="0" presId="urn:microsoft.com/office/officeart/2005/8/layout/vList5"/>
    <dgm:cxn modelId="{B2C7A5D9-57EB-4A44-8CEC-4D0AF72454C8}" type="presParOf" srcId="{841B7B7C-5B62-491F-BE56-E85466A92977}" destId="{53631BB8-33C7-46EC-A213-24FDAF40A749}" srcOrd="9" destOrd="0" presId="urn:microsoft.com/office/officeart/2005/8/layout/vList5"/>
    <dgm:cxn modelId="{6CA8E2BC-2CC7-493B-AD0E-53E21F46DFBC}" type="presParOf" srcId="{841B7B7C-5B62-491F-BE56-E85466A92977}" destId="{A7E4DC73-B350-4023-958B-707F62D1DD87}" srcOrd="10" destOrd="0" presId="urn:microsoft.com/office/officeart/2005/8/layout/vList5"/>
    <dgm:cxn modelId="{3D7993D9-EF96-46AF-95DA-CC89D6AC575F}" type="presParOf" srcId="{A7E4DC73-B350-4023-958B-707F62D1DD87}" destId="{E76ADCE7-C220-4B3B-B2CB-26A0FC1EF494}" srcOrd="0" destOrd="0" presId="urn:microsoft.com/office/officeart/2005/8/layout/vList5"/>
    <dgm:cxn modelId="{510CF252-6C83-42D3-B65A-8C7A2C595877}" type="presParOf" srcId="{841B7B7C-5B62-491F-BE56-E85466A92977}" destId="{4F6EF59C-9B1C-47A3-80A4-49100EDA7D7C}" srcOrd="11" destOrd="0" presId="urn:microsoft.com/office/officeart/2005/8/layout/vList5"/>
    <dgm:cxn modelId="{35B9B5F3-D917-4928-9AF2-CD0DBA79E030}" type="presParOf" srcId="{841B7B7C-5B62-491F-BE56-E85466A92977}" destId="{4995EFDF-2F84-4765-BDD0-B4BE8D7C4F6F}" srcOrd="12" destOrd="0" presId="urn:microsoft.com/office/officeart/2005/8/layout/vList5"/>
    <dgm:cxn modelId="{9AF7ACD0-C11C-475B-9A8B-8D62A3BA7AEE}" type="presParOf" srcId="{4995EFDF-2F84-4765-BDD0-B4BE8D7C4F6F}" destId="{E71D2237-9363-44F3-B2EA-D792379AAC6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22B76B-D610-411F-8077-77B81B07162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928DF6-6AD1-4A08-878F-E5C9C5FA4797}">
      <dgm:prSet/>
      <dgm:spPr/>
      <dgm:t>
        <a:bodyPr/>
        <a:lstStyle/>
        <a:p>
          <a:r>
            <a:rPr lang="ar-KW" b="1"/>
            <a:t>Key Advantages</a:t>
          </a:r>
          <a:endParaRPr lang="en-US"/>
        </a:p>
      </dgm:t>
    </dgm:pt>
    <dgm:pt modelId="{176E4DC4-FCFF-4223-A49B-F1ADD2FB541F}" type="parTrans" cxnId="{D612BC6D-5768-4212-A799-9304381D4099}">
      <dgm:prSet/>
      <dgm:spPr/>
      <dgm:t>
        <a:bodyPr/>
        <a:lstStyle/>
        <a:p>
          <a:endParaRPr lang="en-US"/>
        </a:p>
      </dgm:t>
    </dgm:pt>
    <dgm:pt modelId="{A7AB3AC4-1D3F-48F5-A6AE-B3AC1984137C}" type="sibTrans" cxnId="{D612BC6D-5768-4212-A799-9304381D4099}">
      <dgm:prSet/>
      <dgm:spPr/>
      <dgm:t>
        <a:bodyPr/>
        <a:lstStyle/>
        <a:p>
          <a:endParaRPr lang="en-US"/>
        </a:p>
      </dgm:t>
    </dgm:pt>
    <dgm:pt modelId="{1EDCD039-D20B-4017-AAB4-7CDD6D08C7BA}">
      <dgm:prSet/>
      <dgm:spPr/>
      <dgm:t>
        <a:bodyPr/>
        <a:lstStyle/>
        <a:p>
          <a:r>
            <a:rPr lang="ar-KW"/>
            <a:t>✅ Adaptive route recalculation</a:t>
          </a:r>
          <a:endParaRPr lang="en-US"/>
        </a:p>
      </dgm:t>
    </dgm:pt>
    <dgm:pt modelId="{E429F6BF-F44B-4C3A-8F80-C6B997D7841E}" type="parTrans" cxnId="{58C025D5-EC59-4DBE-91D2-625DD555562A}">
      <dgm:prSet/>
      <dgm:spPr/>
      <dgm:t>
        <a:bodyPr/>
        <a:lstStyle/>
        <a:p>
          <a:endParaRPr lang="en-US"/>
        </a:p>
      </dgm:t>
    </dgm:pt>
    <dgm:pt modelId="{B12A2DA2-A5D1-4123-8D90-4E3A37AABF77}" type="sibTrans" cxnId="{58C025D5-EC59-4DBE-91D2-625DD555562A}">
      <dgm:prSet/>
      <dgm:spPr/>
      <dgm:t>
        <a:bodyPr/>
        <a:lstStyle/>
        <a:p>
          <a:endParaRPr lang="en-US"/>
        </a:p>
      </dgm:t>
    </dgm:pt>
    <dgm:pt modelId="{6BB513F2-67D7-4112-8202-3037207E3ACF}">
      <dgm:prSet/>
      <dgm:spPr/>
      <dgm:t>
        <a:bodyPr/>
        <a:lstStyle/>
        <a:p>
          <a:r>
            <a:rPr lang="ar-KW"/>
            <a:t>✅ Indoor shopper localization</a:t>
          </a:r>
          <a:endParaRPr lang="en-US"/>
        </a:p>
      </dgm:t>
    </dgm:pt>
    <dgm:pt modelId="{BD5B0B1B-0423-44E6-9894-24A33C054A88}" type="parTrans" cxnId="{BD04313D-8239-4828-978C-9450DBF8C77E}">
      <dgm:prSet/>
      <dgm:spPr/>
      <dgm:t>
        <a:bodyPr/>
        <a:lstStyle/>
        <a:p>
          <a:endParaRPr lang="en-US"/>
        </a:p>
      </dgm:t>
    </dgm:pt>
    <dgm:pt modelId="{EC645CBB-80E8-4E97-AE41-7F80D3B7C91C}" type="sibTrans" cxnId="{BD04313D-8239-4828-978C-9450DBF8C77E}">
      <dgm:prSet/>
      <dgm:spPr/>
      <dgm:t>
        <a:bodyPr/>
        <a:lstStyle/>
        <a:p>
          <a:endParaRPr lang="en-US"/>
        </a:p>
      </dgm:t>
    </dgm:pt>
    <dgm:pt modelId="{BEA6D0EF-14B8-4806-A7FA-66D2FA7357EF}">
      <dgm:prSet/>
      <dgm:spPr/>
      <dgm:t>
        <a:bodyPr/>
        <a:lstStyle/>
        <a:p>
          <a:r>
            <a:rPr lang="ar-KW"/>
            <a:t>✅ Clip-on design</a:t>
          </a:r>
          <a:endParaRPr lang="en-US"/>
        </a:p>
      </dgm:t>
    </dgm:pt>
    <dgm:pt modelId="{256AE2A6-D15D-4AEE-A62E-A9E6CA87B820}" type="parTrans" cxnId="{949C0899-C6EF-4A3A-B140-0CA5ED1270C8}">
      <dgm:prSet/>
      <dgm:spPr/>
      <dgm:t>
        <a:bodyPr/>
        <a:lstStyle/>
        <a:p>
          <a:endParaRPr lang="en-US"/>
        </a:p>
      </dgm:t>
    </dgm:pt>
    <dgm:pt modelId="{3EDD1D52-9FBB-4316-84AD-3CEAC29FCD97}" type="sibTrans" cxnId="{949C0899-C6EF-4A3A-B140-0CA5ED1270C8}">
      <dgm:prSet/>
      <dgm:spPr/>
      <dgm:t>
        <a:bodyPr/>
        <a:lstStyle/>
        <a:p>
          <a:endParaRPr lang="en-US"/>
        </a:p>
      </dgm:t>
    </dgm:pt>
    <dgm:pt modelId="{D00EF096-C3AD-43D5-B394-16E8954B091F}">
      <dgm:prSet/>
      <dgm:spPr/>
      <dgm:t>
        <a:bodyPr/>
        <a:lstStyle/>
        <a:p>
          <a:r>
            <a:rPr lang="ar-KW"/>
            <a:t>✅ Product-location database</a:t>
          </a:r>
          <a:endParaRPr lang="en-US"/>
        </a:p>
      </dgm:t>
    </dgm:pt>
    <dgm:pt modelId="{2E93B211-6175-4A7B-B905-039DD2C96E9B}" type="parTrans" cxnId="{F16013CE-9AD4-4EA3-95E8-0E3EB7ABF687}">
      <dgm:prSet/>
      <dgm:spPr/>
      <dgm:t>
        <a:bodyPr/>
        <a:lstStyle/>
        <a:p>
          <a:endParaRPr lang="en-US"/>
        </a:p>
      </dgm:t>
    </dgm:pt>
    <dgm:pt modelId="{CB5BD132-83FC-4041-A421-38FE2D12DAEC}" type="sibTrans" cxnId="{F16013CE-9AD4-4EA3-95E8-0E3EB7ABF687}">
      <dgm:prSet/>
      <dgm:spPr/>
      <dgm:t>
        <a:bodyPr/>
        <a:lstStyle/>
        <a:p>
          <a:endParaRPr lang="en-US"/>
        </a:p>
      </dgm:t>
    </dgm:pt>
    <dgm:pt modelId="{35C57D10-AB2D-47FD-AB1C-B6AC14270D49}">
      <dgm:prSet/>
      <dgm:spPr/>
      <dgm:t>
        <a:bodyPr/>
        <a:lstStyle/>
        <a:p>
          <a:r>
            <a:rPr lang="ar-KW"/>
            <a:t>✅ Dynamic shopping-list routing</a:t>
          </a:r>
          <a:endParaRPr lang="en-US"/>
        </a:p>
      </dgm:t>
    </dgm:pt>
    <dgm:pt modelId="{0C38654E-2E3A-4ACD-99CE-4E965DBE5969}" type="parTrans" cxnId="{7E7BD173-D81F-4269-B616-2C34D1584FDA}">
      <dgm:prSet/>
      <dgm:spPr/>
      <dgm:t>
        <a:bodyPr/>
        <a:lstStyle/>
        <a:p>
          <a:endParaRPr lang="en-US"/>
        </a:p>
      </dgm:t>
    </dgm:pt>
    <dgm:pt modelId="{3FD05A28-035D-45A6-B185-414F34356FCA}" type="sibTrans" cxnId="{7E7BD173-D81F-4269-B616-2C34D1584FDA}">
      <dgm:prSet/>
      <dgm:spPr/>
      <dgm:t>
        <a:bodyPr/>
        <a:lstStyle/>
        <a:p>
          <a:endParaRPr lang="en-US"/>
        </a:p>
      </dgm:t>
    </dgm:pt>
    <dgm:pt modelId="{EE7FDA3B-49F7-431C-A832-FBBBBB093805}">
      <dgm:prSet/>
      <dgm:spPr/>
      <dgm:t>
        <a:bodyPr/>
        <a:lstStyle/>
        <a:p>
          <a:r>
            <a:rPr lang="ar-KW"/>
            <a:t>✅ Reduced backtracking</a:t>
          </a:r>
          <a:endParaRPr lang="en-US"/>
        </a:p>
      </dgm:t>
    </dgm:pt>
    <dgm:pt modelId="{860FF81B-D7BB-44B7-8F64-9F050D9FD28A}" type="parTrans" cxnId="{CA04D2CD-CC95-45B6-B8CE-BD03CF6CBE03}">
      <dgm:prSet/>
      <dgm:spPr/>
      <dgm:t>
        <a:bodyPr/>
        <a:lstStyle/>
        <a:p>
          <a:endParaRPr lang="en-US"/>
        </a:p>
      </dgm:t>
    </dgm:pt>
    <dgm:pt modelId="{AF1003B2-BCF6-4F94-8E7A-311B1C6E8BC6}" type="sibTrans" cxnId="{CA04D2CD-CC95-45B6-B8CE-BD03CF6CBE03}">
      <dgm:prSet/>
      <dgm:spPr/>
      <dgm:t>
        <a:bodyPr/>
        <a:lstStyle/>
        <a:p>
          <a:endParaRPr lang="en-US"/>
        </a:p>
      </dgm:t>
    </dgm:pt>
    <dgm:pt modelId="{4558E731-F1BC-4902-BFDF-9ADD081864D1}" type="pres">
      <dgm:prSet presAssocID="{0822B76B-D610-411F-8077-77B81B071624}" presName="vert0" presStyleCnt="0">
        <dgm:presLayoutVars>
          <dgm:dir/>
          <dgm:animOne val="branch"/>
          <dgm:animLvl val="lvl"/>
        </dgm:presLayoutVars>
      </dgm:prSet>
      <dgm:spPr/>
    </dgm:pt>
    <dgm:pt modelId="{E882997F-19F1-48B5-84DB-F2241CFC0569}" type="pres">
      <dgm:prSet presAssocID="{1D928DF6-6AD1-4A08-878F-E5C9C5FA4797}" presName="thickLine" presStyleLbl="alignNode1" presStyleIdx="0" presStyleCnt="7"/>
      <dgm:spPr/>
    </dgm:pt>
    <dgm:pt modelId="{497FF86F-9EF4-487E-8E65-D03B62CFF523}" type="pres">
      <dgm:prSet presAssocID="{1D928DF6-6AD1-4A08-878F-E5C9C5FA4797}" presName="horz1" presStyleCnt="0"/>
      <dgm:spPr/>
    </dgm:pt>
    <dgm:pt modelId="{826EACF0-D67D-44A8-8A2C-EEB081BAEA8A}" type="pres">
      <dgm:prSet presAssocID="{1D928DF6-6AD1-4A08-878F-E5C9C5FA4797}" presName="tx1" presStyleLbl="revTx" presStyleIdx="0" presStyleCnt="7"/>
      <dgm:spPr/>
    </dgm:pt>
    <dgm:pt modelId="{2E24FCA0-F5AC-4A95-9C09-E195817A28F5}" type="pres">
      <dgm:prSet presAssocID="{1D928DF6-6AD1-4A08-878F-E5C9C5FA4797}" presName="vert1" presStyleCnt="0"/>
      <dgm:spPr/>
    </dgm:pt>
    <dgm:pt modelId="{417D97D5-F8BB-49B1-9B13-1232E680C4A6}" type="pres">
      <dgm:prSet presAssocID="{1EDCD039-D20B-4017-AAB4-7CDD6D08C7BA}" presName="thickLine" presStyleLbl="alignNode1" presStyleIdx="1" presStyleCnt="7"/>
      <dgm:spPr/>
    </dgm:pt>
    <dgm:pt modelId="{4D610A54-97BB-443C-A859-628F3A4B3494}" type="pres">
      <dgm:prSet presAssocID="{1EDCD039-D20B-4017-AAB4-7CDD6D08C7BA}" presName="horz1" presStyleCnt="0"/>
      <dgm:spPr/>
    </dgm:pt>
    <dgm:pt modelId="{C160F45D-B22D-42E0-B291-B315A59D6F6A}" type="pres">
      <dgm:prSet presAssocID="{1EDCD039-D20B-4017-AAB4-7CDD6D08C7BA}" presName="tx1" presStyleLbl="revTx" presStyleIdx="1" presStyleCnt="7"/>
      <dgm:spPr/>
    </dgm:pt>
    <dgm:pt modelId="{185A405F-67AD-46D9-A01B-F6F7ADB3DB08}" type="pres">
      <dgm:prSet presAssocID="{1EDCD039-D20B-4017-AAB4-7CDD6D08C7BA}" presName="vert1" presStyleCnt="0"/>
      <dgm:spPr/>
    </dgm:pt>
    <dgm:pt modelId="{3BAD5592-549E-4C54-BE19-94B951E05507}" type="pres">
      <dgm:prSet presAssocID="{6BB513F2-67D7-4112-8202-3037207E3ACF}" presName="thickLine" presStyleLbl="alignNode1" presStyleIdx="2" presStyleCnt="7"/>
      <dgm:spPr/>
    </dgm:pt>
    <dgm:pt modelId="{1F1CC0F6-046D-40C3-88C5-7E8E47B60CC4}" type="pres">
      <dgm:prSet presAssocID="{6BB513F2-67D7-4112-8202-3037207E3ACF}" presName="horz1" presStyleCnt="0"/>
      <dgm:spPr/>
    </dgm:pt>
    <dgm:pt modelId="{64A99560-B628-4A7E-8FCF-F16790AB370A}" type="pres">
      <dgm:prSet presAssocID="{6BB513F2-67D7-4112-8202-3037207E3ACF}" presName="tx1" presStyleLbl="revTx" presStyleIdx="2" presStyleCnt="7"/>
      <dgm:spPr/>
    </dgm:pt>
    <dgm:pt modelId="{71637CDE-1DA7-46EC-BF23-405721F2E374}" type="pres">
      <dgm:prSet presAssocID="{6BB513F2-67D7-4112-8202-3037207E3ACF}" presName="vert1" presStyleCnt="0"/>
      <dgm:spPr/>
    </dgm:pt>
    <dgm:pt modelId="{A8DAF4B6-8389-4EE1-9C27-0EFEDAB1999C}" type="pres">
      <dgm:prSet presAssocID="{BEA6D0EF-14B8-4806-A7FA-66D2FA7357EF}" presName="thickLine" presStyleLbl="alignNode1" presStyleIdx="3" presStyleCnt="7"/>
      <dgm:spPr/>
    </dgm:pt>
    <dgm:pt modelId="{8831D56A-B108-421B-B700-80CD818D5923}" type="pres">
      <dgm:prSet presAssocID="{BEA6D0EF-14B8-4806-A7FA-66D2FA7357EF}" presName="horz1" presStyleCnt="0"/>
      <dgm:spPr/>
    </dgm:pt>
    <dgm:pt modelId="{62DFE94A-9382-42FD-9BAB-5B27BCB7674A}" type="pres">
      <dgm:prSet presAssocID="{BEA6D0EF-14B8-4806-A7FA-66D2FA7357EF}" presName="tx1" presStyleLbl="revTx" presStyleIdx="3" presStyleCnt="7"/>
      <dgm:spPr/>
    </dgm:pt>
    <dgm:pt modelId="{FE990EB7-4448-48C5-82B5-375F9D309E61}" type="pres">
      <dgm:prSet presAssocID="{BEA6D0EF-14B8-4806-A7FA-66D2FA7357EF}" presName="vert1" presStyleCnt="0"/>
      <dgm:spPr/>
    </dgm:pt>
    <dgm:pt modelId="{DB9BC69B-50A0-4761-AAB8-429DDFB7D5E8}" type="pres">
      <dgm:prSet presAssocID="{D00EF096-C3AD-43D5-B394-16E8954B091F}" presName="thickLine" presStyleLbl="alignNode1" presStyleIdx="4" presStyleCnt="7"/>
      <dgm:spPr/>
    </dgm:pt>
    <dgm:pt modelId="{7BD7906B-9014-4FB6-BECE-566594751DE5}" type="pres">
      <dgm:prSet presAssocID="{D00EF096-C3AD-43D5-B394-16E8954B091F}" presName="horz1" presStyleCnt="0"/>
      <dgm:spPr/>
    </dgm:pt>
    <dgm:pt modelId="{301FBCE3-E22F-44FF-80BC-9D25C962CCFB}" type="pres">
      <dgm:prSet presAssocID="{D00EF096-C3AD-43D5-B394-16E8954B091F}" presName="tx1" presStyleLbl="revTx" presStyleIdx="4" presStyleCnt="7"/>
      <dgm:spPr/>
    </dgm:pt>
    <dgm:pt modelId="{CE2C7BAF-3714-4D11-BC15-39E1BBE27E4D}" type="pres">
      <dgm:prSet presAssocID="{D00EF096-C3AD-43D5-B394-16E8954B091F}" presName="vert1" presStyleCnt="0"/>
      <dgm:spPr/>
    </dgm:pt>
    <dgm:pt modelId="{81F88D41-8DCF-4E6B-8081-B26B4FA05585}" type="pres">
      <dgm:prSet presAssocID="{35C57D10-AB2D-47FD-AB1C-B6AC14270D49}" presName="thickLine" presStyleLbl="alignNode1" presStyleIdx="5" presStyleCnt="7"/>
      <dgm:spPr/>
    </dgm:pt>
    <dgm:pt modelId="{25264463-1FE3-4A42-B979-9A67929DFCEF}" type="pres">
      <dgm:prSet presAssocID="{35C57D10-AB2D-47FD-AB1C-B6AC14270D49}" presName="horz1" presStyleCnt="0"/>
      <dgm:spPr/>
    </dgm:pt>
    <dgm:pt modelId="{9E551F48-C487-4288-A149-403813A8E1AD}" type="pres">
      <dgm:prSet presAssocID="{35C57D10-AB2D-47FD-AB1C-B6AC14270D49}" presName="tx1" presStyleLbl="revTx" presStyleIdx="5" presStyleCnt="7"/>
      <dgm:spPr/>
    </dgm:pt>
    <dgm:pt modelId="{8006CCE8-38DA-4650-B98C-4C3CA90E5205}" type="pres">
      <dgm:prSet presAssocID="{35C57D10-AB2D-47FD-AB1C-B6AC14270D49}" presName="vert1" presStyleCnt="0"/>
      <dgm:spPr/>
    </dgm:pt>
    <dgm:pt modelId="{C75D6F14-D6BA-4C28-B3CC-C0FC981296AF}" type="pres">
      <dgm:prSet presAssocID="{EE7FDA3B-49F7-431C-A832-FBBBBB093805}" presName="thickLine" presStyleLbl="alignNode1" presStyleIdx="6" presStyleCnt="7"/>
      <dgm:spPr/>
    </dgm:pt>
    <dgm:pt modelId="{84F410DD-6830-44A2-8C3E-13D6BAD3E383}" type="pres">
      <dgm:prSet presAssocID="{EE7FDA3B-49F7-431C-A832-FBBBBB093805}" presName="horz1" presStyleCnt="0"/>
      <dgm:spPr/>
    </dgm:pt>
    <dgm:pt modelId="{D0DC6A3A-777D-4A36-B4D2-36697EEF23F1}" type="pres">
      <dgm:prSet presAssocID="{EE7FDA3B-49F7-431C-A832-FBBBBB093805}" presName="tx1" presStyleLbl="revTx" presStyleIdx="6" presStyleCnt="7"/>
      <dgm:spPr/>
    </dgm:pt>
    <dgm:pt modelId="{36D93798-4704-42CF-B7FF-E400398B661C}" type="pres">
      <dgm:prSet presAssocID="{EE7FDA3B-49F7-431C-A832-FBBBBB093805}" presName="vert1" presStyleCnt="0"/>
      <dgm:spPr/>
    </dgm:pt>
  </dgm:ptLst>
  <dgm:cxnLst>
    <dgm:cxn modelId="{86988708-51BC-4FB2-86FA-7A699845E280}" type="presOf" srcId="{35C57D10-AB2D-47FD-AB1C-B6AC14270D49}" destId="{9E551F48-C487-4288-A149-403813A8E1AD}" srcOrd="0" destOrd="0" presId="urn:microsoft.com/office/officeart/2008/layout/LinedList"/>
    <dgm:cxn modelId="{65C80E17-CC8E-4B0C-9CED-8343E30579EB}" type="presOf" srcId="{EE7FDA3B-49F7-431C-A832-FBBBBB093805}" destId="{D0DC6A3A-777D-4A36-B4D2-36697EEF23F1}" srcOrd="0" destOrd="0" presId="urn:microsoft.com/office/officeart/2008/layout/LinedList"/>
    <dgm:cxn modelId="{51A29722-F6ED-4EC8-AF2E-B8A7DCC03870}" type="presOf" srcId="{BEA6D0EF-14B8-4806-A7FA-66D2FA7357EF}" destId="{62DFE94A-9382-42FD-9BAB-5B27BCB7674A}" srcOrd="0" destOrd="0" presId="urn:microsoft.com/office/officeart/2008/layout/LinedList"/>
    <dgm:cxn modelId="{A9074A36-B86C-4BA2-928C-4E4853146280}" type="presOf" srcId="{6BB513F2-67D7-4112-8202-3037207E3ACF}" destId="{64A99560-B628-4A7E-8FCF-F16790AB370A}" srcOrd="0" destOrd="0" presId="urn:microsoft.com/office/officeart/2008/layout/LinedList"/>
    <dgm:cxn modelId="{BD04313D-8239-4828-978C-9450DBF8C77E}" srcId="{0822B76B-D610-411F-8077-77B81B071624}" destId="{6BB513F2-67D7-4112-8202-3037207E3ACF}" srcOrd="2" destOrd="0" parTransId="{BD5B0B1B-0423-44E6-9894-24A33C054A88}" sibTransId="{EC645CBB-80E8-4E97-AE41-7F80D3B7C91C}"/>
    <dgm:cxn modelId="{D612BC6D-5768-4212-A799-9304381D4099}" srcId="{0822B76B-D610-411F-8077-77B81B071624}" destId="{1D928DF6-6AD1-4A08-878F-E5C9C5FA4797}" srcOrd="0" destOrd="0" parTransId="{176E4DC4-FCFF-4223-A49B-F1ADD2FB541F}" sibTransId="{A7AB3AC4-1D3F-48F5-A6AE-B3AC1984137C}"/>
    <dgm:cxn modelId="{7E7BD173-D81F-4269-B616-2C34D1584FDA}" srcId="{0822B76B-D610-411F-8077-77B81B071624}" destId="{35C57D10-AB2D-47FD-AB1C-B6AC14270D49}" srcOrd="5" destOrd="0" parTransId="{0C38654E-2E3A-4ACD-99CE-4E965DBE5969}" sibTransId="{3FD05A28-035D-45A6-B185-414F34356FCA}"/>
    <dgm:cxn modelId="{83CCAB85-B93D-4750-BA61-6769801BB592}" type="presOf" srcId="{0822B76B-D610-411F-8077-77B81B071624}" destId="{4558E731-F1BC-4902-BFDF-9ADD081864D1}" srcOrd="0" destOrd="0" presId="urn:microsoft.com/office/officeart/2008/layout/LinedList"/>
    <dgm:cxn modelId="{03B7468C-6A15-4DB7-AA73-1310750E0FA3}" type="presOf" srcId="{1EDCD039-D20B-4017-AAB4-7CDD6D08C7BA}" destId="{C160F45D-B22D-42E0-B291-B315A59D6F6A}" srcOrd="0" destOrd="0" presId="urn:microsoft.com/office/officeart/2008/layout/LinedList"/>
    <dgm:cxn modelId="{949C0899-C6EF-4A3A-B140-0CA5ED1270C8}" srcId="{0822B76B-D610-411F-8077-77B81B071624}" destId="{BEA6D0EF-14B8-4806-A7FA-66D2FA7357EF}" srcOrd="3" destOrd="0" parTransId="{256AE2A6-D15D-4AEE-A62E-A9E6CA87B820}" sibTransId="{3EDD1D52-9FBB-4316-84AD-3CEAC29FCD97}"/>
    <dgm:cxn modelId="{FBA633A9-43C1-4EBD-B610-46E754816F7F}" type="presOf" srcId="{1D928DF6-6AD1-4A08-878F-E5C9C5FA4797}" destId="{826EACF0-D67D-44A8-8A2C-EEB081BAEA8A}" srcOrd="0" destOrd="0" presId="urn:microsoft.com/office/officeart/2008/layout/LinedList"/>
    <dgm:cxn modelId="{CA04D2CD-CC95-45B6-B8CE-BD03CF6CBE03}" srcId="{0822B76B-D610-411F-8077-77B81B071624}" destId="{EE7FDA3B-49F7-431C-A832-FBBBBB093805}" srcOrd="6" destOrd="0" parTransId="{860FF81B-D7BB-44B7-8F64-9F050D9FD28A}" sibTransId="{AF1003B2-BCF6-4F94-8E7A-311B1C6E8BC6}"/>
    <dgm:cxn modelId="{F16013CE-9AD4-4EA3-95E8-0E3EB7ABF687}" srcId="{0822B76B-D610-411F-8077-77B81B071624}" destId="{D00EF096-C3AD-43D5-B394-16E8954B091F}" srcOrd="4" destOrd="0" parTransId="{2E93B211-6175-4A7B-B905-039DD2C96E9B}" sibTransId="{CB5BD132-83FC-4041-A421-38FE2D12DAEC}"/>
    <dgm:cxn modelId="{58C025D5-EC59-4DBE-91D2-625DD555562A}" srcId="{0822B76B-D610-411F-8077-77B81B071624}" destId="{1EDCD039-D20B-4017-AAB4-7CDD6D08C7BA}" srcOrd="1" destOrd="0" parTransId="{E429F6BF-F44B-4C3A-8F80-C6B997D7841E}" sibTransId="{B12A2DA2-A5D1-4123-8D90-4E3A37AABF77}"/>
    <dgm:cxn modelId="{CB0E27E6-DFE5-4652-B686-9F830B5AFF7D}" type="presOf" srcId="{D00EF096-C3AD-43D5-B394-16E8954B091F}" destId="{301FBCE3-E22F-44FF-80BC-9D25C962CCFB}" srcOrd="0" destOrd="0" presId="urn:microsoft.com/office/officeart/2008/layout/LinedList"/>
    <dgm:cxn modelId="{CAABDDDB-1B30-4E8F-B499-46EFB4BA0E4E}" type="presParOf" srcId="{4558E731-F1BC-4902-BFDF-9ADD081864D1}" destId="{E882997F-19F1-48B5-84DB-F2241CFC0569}" srcOrd="0" destOrd="0" presId="urn:microsoft.com/office/officeart/2008/layout/LinedList"/>
    <dgm:cxn modelId="{27FC8C32-04EA-484F-89E6-6114334E9D78}" type="presParOf" srcId="{4558E731-F1BC-4902-BFDF-9ADD081864D1}" destId="{497FF86F-9EF4-487E-8E65-D03B62CFF523}" srcOrd="1" destOrd="0" presId="urn:microsoft.com/office/officeart/2008/layout/LinedList"/>
    <dgm:cxn modelId="{B503F725-60A9-45EB-B129-66B46CEB2129}" type="presParOf" srcId="{497FF86F-9EF4-487E-8E65-D03B62CFF523}" destId="{826EACF0-D67D-44A8-8A2C-EEB081BAEA8A}" srcOrd="0" destOrd="0" presId="urn:microsoft.com/office/officeart/2008/layout/LinedList"/>
    <dgm:cxn modelId="{06C77BF3-FA17-403E-A511-80F77D33D622}" type="presParOf" srcId="{497FF86F-9EF4-487E-8E65-D03B62CFF523}" destId="{2E24FCA0-F5AC-4A95-9C09-E195817A28F5}" srcOrd="1" destOrd="0" presId="urn:microsoft.com/office/officeart/2008/layout/LinedList"/>
    <dgm:cxn modelId="{86BC0121-E9EF-47B4-A488-2F04F397573C}" type="presParOf" srcId="{4558E731-F1BC-4902-BFDF-9ADD081864D1}" destId="{417D97D5-F8BB-49B1-9B13-1232E680C4A6}" srcOrd="2" destOrd="0" presId="urn:microsoft.com/office/officeart/2008/layout/LinedList"/>
    <dgm:cxn modelId="{3DEEDC50-44BD-466C-A424-8B56063764AA}" type="presParOf" srcId="{4558E731-F1BC-4902-BFDF-9ADD081864D1}" destId="{4D610A54-97BB-443C-A859-628F3A4B3494}" srcOrd="3" destOrd="0" presId="urn:microsoft.com/office/officeart/2008/layout/LinedList"/>
    <dgm:cxn modelId="{234F62A6-740F-435E-868C-6A11B6696DD6}" type="presParOf" srcId="{4D610A54-97BB-443C-A859-628F3A4B3494}" destId="{C160F45D-B22D-42E0-B291-B315A59D6F6A}" srcOrd="0" destOrd="0" presId="urn:microsoft.com/office/officeart/2008/layout/LinedList"/>
    <dgm:cxn modelId="{929C787F-ED13-4176-A695-F2063FB8A292}" type="presParOf" srcId="{4D610A54-97BB-443C-A859-628F3A4B3494}" destId="{185A405F-67AD-46D9-A01B-F6F7ADB3DB08}" srcOrd="1" destOrd="0" presId="urn:microsoft.com/office/officeart/2008/layout/LinedList"/>
    <dgm:cxn modelId="{5FFE5DD3-EB2C-4EAC-8E87-5EF821E18E68}" type="presParOf" srcId="{4558E731-F1BC-4902-BFDF-9ADD081864D1}" destId="{3BAD5592-549E-4C54-BE19-94B951E05507}" srcOrd="4" destOrd="0" presId="urn:microsoft.com/office/officeart/2008/layout/LinedList"/>
    <dgm:cxn modelId="{D91359B5-9F70-4038-9603-7EBD9EFAA2AB}" type="presParOf" srcId="{4558E731-F1BC-4902-BFDF-9ADD081864D1}" destId="{1F1CC0F6-046D-40C3-88C5-7E8E47B60CC4}" srcOrd="5" destOrd="0" presId="urn:microsoft.com/office/officeart/2008/layout/LinedList"/>
    <dgm:cxn modelId="{02175410-2EC0-4265-8DC6-371ED108964B}" type="presParOf" srcId="{1F1CC0F6-046D-40C3-88C5-7E8E47B60CC4}" destId="{64A99560-B628-4A7E-8FCF-F16790AB370A}" srcOrd="0" destOrd="0" presId="urn:microsoft.com/office/officeart/2008/layout/LinedList"/>
    <dgm:cxn modelId="{9E03A815-EDA3-4CF7-BB29-90E2DB4DF11F}" type="presParOf" srcId="{1F1CC0F6-046D-40C3-88C5-7E8E47B60CC4}" destId="{71637CDE-1DA7-46EC-BF23-405721F2E374}" srcOrd="1" destOrd="0" presId="urn:microsoft.com/office/officeart/2008/layout/LinedList"/>
    <dgm:cxn modelId="{BA546511-3321-46D9-A469-918FA0269097}" type="presParOf" srcId="{4558E731-F1BC-4902-BFDF-9ADD081864D1}" destId="{A8DAF4B6-8389-4EE1-9C27-0EFEDAB1999C}" srcOrd="6" destOrd="0" presId="urn:microsoft.com/office/officeart/2008/layout/LinedList"/>
    <dgm:cxn modelId="{6260123F-5416-4396-BFA3-AD1442FE3EEA}" type="presParOf" srcId="{4558E731-F1BC-4902-BFDF-9ADD081864D1}" destId="{8831D56A-B108-421B-B700-80CD818D5923}" srcOrd="7" destOrd="0" presId="urn:microsoft.com/office/officeart/2008/layout/LinedList"/>
    <dgm:cxn modelId="{BF13A162-15CF-42DB-B078-94CCF7029B86}" type="presParOf" srcId="{8831D56A-B108-421B-B700-80CD818D5923}" destId="{62DFE94A-9382-42FD-9BAB-5B27BCB7674A}" srcOrd="0" destOrd="0" presId="urn:microsoft.com/office/officeart/2008/layout/LinedList"/>
    <dgm:cxn modelId="{5E83B270-58D4-4084-9ECC-26F52CE08FF2}" type="presParOf" srcId="{8831D56A-B108-421B-B700-80CD818D5923}" destId="{FE990EB7-4448-48C5-82B5-375F9D309E61}" srcOrd="1" destOrd="0" presId="urn:microsoft.com/office/officeart/2008/layout/LinedList"/>
    <dgm:cxn modelId="{82936932-BEE3-4361-B7D7-CB6083850CA4}" type="presParOf" srcId="{4558E731-F1BC-4902-BFDF-9ADD081864D1}" destId="{DB9BC69B-50A0-4761-AAB8-429DDFB7D5E8}" srcOrd="8" destOrd="0" presId="urn:microsoft.com/office/officeart/2008/layout/LinedList"/>
    <dgm:cxn modelId="{BBAA5AC8-3898-451A-8366-6BE9F4D38C55}" type="presParOf" srcId="{4558E731-F1BC-4902-BFDF-9ADD081864D1}" destId="{7BD7906B-9014-4FB6-BECE-566594751DE5}" srcOrd="9" destOrd="0" presId="urn:microsoft.com/office/officeart/2008/layout/LinedList"/>
    <dgm:cxn modelId="{288FC0B7-26A2-4B18-B815-2BB109EB6C45}" type="presParOf" srcId="{7BD7906B-9014-4FB6-BECE-566594751DE5}" destId="{301FBCE3-E22F-44FF-80BC-9D25C962CCFB}" srcOrd="0" destOrd="0" presId="urn:microsoft.com/office/officeart/2008/layout/LinedList"/>
    <dgm:cxn modelId="{47642426-A0DD-476E-8606-D4DAAE58DA7E}" type="presParOf" srcId="{7BD7906B-9014-4FB6-BECE-566594751DE5}" destId="{CE2C7BAF-3714-4D11-BC15-39E1BBE27E4D}" srcOrd="1" destOrd="0" presId="urn:microsoft.com/office/officeart/2008/layout/LinedList"/>
    <dgm:cxn modelId="{05FEE066-FC31-4A2C-9A84-BE0835DCF5E2}" type="presParOf" srcId="{4558E731-F1BC-4902-BFDF-9ADD081864D1}" destId="{81F88D41-8DCF-4E6B-8081-B26B4FA05585}" srcOrd="10" destOrd="0" presId="urn:microsoft.com/office/officeart/2008/layout/LinedList"/>
    <dgm:cxn modelId="{02803F8A-05E0-4DCA-B659-2429D223069F}" type="presParOf" srcId="{4558E731-F1BC-4902-BFDF-9ADD081864D1}" destId="{25264463-1FE3-4A42-B979-9A67929DFCEF}" srcOrd="11" destOrd="0" presId="urn:microsoft.com/office/officeart/2008/layout/LinedList"/>
    <dgm:cxn modelId="{18CB301D-3500-41E2-B983-B2B818098792}" type="presParOf" srcId="{25264463-1FE3-4A42-B979-9A67929DFCEF}" destId="{9E551F48-C487-4288-A149-403813A8E1AD}" srcOrd="0" destOrd="0" presId="urn:microsoft.com/office/officeart/2008/layout/LinedList"/>
    <dgm:cxn modelId="{12F5F107-F83C-4377-BC27-AF73197B8322}" type="presParOf" srcId="{25264463-1FE3-4A42-B979-9A67929DFCEF}" destId="{8006CCE8-38DA-4650-B98C-4C3CA90E5205}" srcOrd="1" destOrd="0" presId="urn:microsoft.com/office/officeart/2008/layout/LinedList"/>
    <dgm:cxn modelId="{DA8D514C-5D89-4AA0-874E-BCA86716FBF9}" type="presParOf" srcId="{4558E731-F1BC-4902-BFDF-9ADD081864D1}" destId="{C75D6F14-D6BA-4C28-B3CC-C0FC981296AF}" srcOrd="12" destOrd="0" presId="urn:microsoft.com/office/officeart/2008/layout/LinedList"/>
    <dgm:cxn modelId="{51621DE9-D841-45A8-B227-653E836C3BC1}" type="presParOf" srcId="{4558E731-F1BC-4902-BFDF-9ADD081864D1}" destId="{84F410DD-6830-44A2-8C3E-13D6BAD3E383}" srcOrd="13" destOrd="0" presId="urn:microsoft.com/office/officeart/2008/layout/LinedList"/>
    <dgm:cxn modelId="{2E3CCEEA-2564-4C8F-8D15-A9E74ACD8ADB}" type="presParOf" srcId="{84F410DD-6830-44A2-8C3E-13D6BAD3E383}" destId="{D0DC6A3A-777D-4A36-B4D2-36697EEF23F1}" srcOrd="0" destOrd="0" presId="urn:microsoft.com/office/officeart/2008/layout/LinedList"/>
    <dgm:cxn modelId="{9CD24AFF-E652-4808-94BC-323D399641DF}" type="presParOf" srcId="{84F410DD-6830-44A2-8C3E-13D6BAD3E383}" destId="{36D93798-4704-42CF-B7FF-E400398B66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278491-2179-49C1-A990-8660B2E450A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AE3C714-ED2D-45D0-8202-9A3B7E854649}">
      <dgm:prSet/>
      <dgm:spPr/>
      <dgm:t>
        <a:bodyPr/>
        <a:lstStyle/>
        <a:p>
          <a:r>
            <a:rPr lang="ar-KW" b="1"/>
            <a:t>Success Metrics</a:t>
          </a:r>
          <a:endParaRPr lang="en-US"/>
        </a:p>
      </dgm:t>
    </dgm:pt>
    <dgm:pt modelId="{3E479633-908B-42D8-8E28-DB1E4213A6B5}" type="parTrans" cxnId="{31101898-DD40-4233-ADF6-8B62C7D71E3B}">
      <dgm:prSet/>
      <dgm:spPr/>
      <dgm:t>
        <a:bodyPr/>
        <a:lstStyle/>
        <a:p>
          <a:endParaRPr lang="en-US"/>
        </a:p>
      </dgm:t>
    </dgm:pt>
    <dgm:pt modelId="{B5B74541-E242-40AE-99F9-592752AB60A6}" type="sibTrans" cxnId="{31101898-DD40-4233-ADF6-8B62C7D71E3B}">
      <dgm:prSet/>
      <dgm:spPr/>
      <dgm:t>
        <a:bodyPr/>
        <a:lstStyle/>
        <a:p>
          <a:endParaRPr lang="en-US"/>
        </a:p>
      </dgm:t>
    </dgm:pt>
    <dgm:pt modelId="{6CE170AD-5119-4DFE-B795-B4042D2A422A}">
      <dgm:prSet/>
      <dgm:spPr/>
      <dgm:t>
        <a:bodyPr/>
        <a:lstStyle/>
        <a:p>
          <a:r>
            <a:rPr lang="ar-KW"/>
            <a:t>Search time</a:t>
          </a:r>
          <a:endParaRPr lang="en-US"/>
        </a:p>
      </dgm:t>
    </dgm:pt>
    <dgm:pt modelId="{1CD5DC3D-7D98-40EA-BF01-100EB1B0DEF5}" type="parTrans" cxnId="{E3A5F5F6-BCB7-46EC-9D30-F7B022127C0D}">
      <dgm:prSet/>
      <dgm:spPr/>
      <dgm:t>
        <a:bodyPr/>
        <a:lstStyle/>
        <a:p>
          <a:endParaRPr lang="en-US"/>
        </a:p>
      </dgm:t>
    </dgm:pt>
    <dgm:pt modelId="{EA5FBE0E-9222-42F3-9559-FA3FC0405FA7}" type="sibTrans" cxnId="{E3A5F5F6-BCB7-46EC-9D30-F7B022127C0D}">
      <dgm:prSet/>
      <dgm:spPr/>
      <dgm:t>
        <a:bodyPr/>
        <a:lstStyle/>
        <a:p>
          <a:endParaRPr lang="en-US"/>
        </a:p>
      </dgm:t>
    </dgm:pt>
    <dgm:pt modelId="{6909D030-A685-4A13-90C8-B227F26D8C4E}">
      <dgm:prSet/>
      <dgm:spPr/>
      <dgm:t>
        <a:bodyPr/>
        <a:lstStyle/>
        <a:p>
          <a:r>
            <a:rPr lang="ar-KW"/>
            <a:t>Walking distance</a:t>
          </a:r>
          <a:endParaRPr lang="en-US"/>
        </a:p>
      </dgm:t>
    </dgm:pt>
    <dgm:pt modelId="{AC00A6F9-D361-4D23-BBAF-75E31764F463}" type="parTrans" cxnId="{69B2E4D4-1281-4360-ACB7-247FC0A362EA}">
      <dgm:prSet/>
      <dgm:spPr/>
      <dgm:t>
        <a:bodyPr/>
        <a:lstStyle/>
        <a:p>
          <a:endParaRPr lang="en-US"/>
        </a:p>
      </dgm:t>
    </dgm:pt>
    <dgm:pt modelId="{506357BF-09B4-456E-AAE9-D01F0FAFBB5B}" type="sibTrans" cxnId="{69B2E4D4-1281-4360-ACB7-247FC0A362EA}">
      <dgm:prSet/>
      <dgm:spPr/>
      <dgm:t>
        <a:bodyPr/>
        <a:lstStyle/>
        <a:p>
          <a:endParaRPr lang="en-US"/>
        </a:p>
      </dgm:t>
    </dgm:pt>
    <dgm:pt modelId="{0AEE7D92-2C19-4CBE-B08A-5377C290F882}">
      <dgm:prSet/>
      <dgm:spPr/>
      <dgm:t>
        <a:bodyPr/>
        <a:lstStyle/>
        <a:p>
          <a:r>
            <a:rPr lang="ar-KW"/>
            <a:t>Backtracking events</a:t>
          </a:r>
          <a:endParaRPr lang="en-US"/>
        </a:p>
      </dgm:t>
    </dgm:pt>
    <dgm:pt modelId="{58A77EF6-EF1F-4603-825A-4AF32B01C034}" type="parTrans" cxnId="{0FE1637F-4849-4A1B-8703-10D18882CFB0}">
      <dgm:prSet/>
      <dgm:spPr/>
      <dgm:t>
        <a:bodyPr/>
        <a:lstStyle/>
        <a:p>
          <a:endParaRPr lang="en-US"/>
        </a:p>
      </dgm:t>
    </dgm:pt>
    <dgm:pt modelId="{BBD09C23-EA92-4D5C-A49D-6A426C283511}" type="sibTrans" cxnId="{0FE1637F-4849-4A1B-8703-10D18882CFB0}">
      <dgm:prSet/>
      <dgm:spPr/>
      <dgm:t>
        <a:bodyPr/>
        <a:lstStyle/>
        <a:p>
          <a:endParaRPr lang="en-US"/>
        </a:p>
      </dgm:t>
    </dgm:pt>
    <dgm:pt modelId="{E3A9E022-AF07-45B0-AD84-5966A8B8297B}">
      <dgm:prSet/>
      <dgm:spPr/>
      <dgm:t>
        <a:bodyPr/>
        <a:lstStyle/>
        <a:p>
          <a:r>
            <a:rPr lang="ar-KW"/>
            <a:t>Successfully found items</a:t>
          </a:r>
          <a:endParaRPr lang="en-US"/>
        </a:p>
      </dgm:t>
    </dgm:pt>
    <dgm:pt modelId="{933B6A4E-5DD4-44E8-AAED-0B1943B98FDA}" type="parTrans" cxnId="{DF320E34-4FDF-4EE7-A451-F543584B0905}">
      <dgm:prSet/>
      <dgm:spPr/>
      <dgm:t>
        <a:bodyPr/>
        <a:lstStyle/>
        <a:p>
          <a:endParaRPr lang="en-US"/>
        </a:p>
      </dgm:t>
    </dgm:pt>
    <dgm:pt modelId="{56D2CB18-1026-459F-A19A-516994B00266}" type="sibTrans" cxnId="{DF320E34-4FDF-4EE7-A451-F543584B0905}">
      <dgm:prSet/>
      <dgm:spPr/>
      <dgm:t>
        <a:bodyPr/>
        <a:lstStyle/>
        <a:p>
          <a:endParaRPr lang="en-US"/>
        </a:p>
      </dgm:t>
    </dgm:pt>
    <dgm:pt modelId="{BD1C1A33-657E-40F8-AF70-054D22C0AF4D}">
      <dgm:prSet/>
      <dgm:spPr/>
      <dgm:t>
        <a:bodyPr/>
        <a:lstStyle/>
        <a:p>
          <a:r>
            <a:rPr lang="ar-KW" b="1"/>
            <a:t>Constraints</a:t>
          </a:r>
          <a:endParaRPr lang="en-US"/>
        </a:p>
      </dgm:t>
    </dgm:pt>
    <dgm:pt modelId="{6CD644EE-8948-4E18-9A53-F60AD20EA1EC}" type="parTrans" cxnId="{14E10BDF-42F7-4DC0-BED8-3048C900C875}">
      <dgm:prSet/>
      <dgm:spPr/>
      <dgm:t>
        <a:bodyPr/>
        <a:lstStyle/>
        <a:p>
          <a:endParaRPr lang="en-US"/>
        </a:p>
      </dgm:t>
    </dgm:pt>
    <dgm:pt modelId="{46CE8E3D-C84F-427F-8D53-4BC33FDB6218}" type="sibTrans" cxnId="{14E10BDF-42F7-4DC0-BED8-3048C900C875}">
      <dgm:prSet/>
      <dgm:spPr/>
      <dgm:t>
        <a:bodyPr/>
        <a:lstStyle/>
        <a:p>
          <a:endParaRPr lang="en-US"/>
        </a:p>
      </dgm:t>
    </dgm:pt>
    <dgm:pt modelId="{81EF688E-A653-44C1-B922-03C5A63D8F71}">
      <dgm:prSet/>
      <dgm:spPr/>
      <dgm:t>
        <a:bodyPr/>
        <a:lstStyle/>
        <a:p>
          <a:r>
            <a:rPr lang="ar-KW"/>
            <a:t>Existing cart compatibility</a:t>
          </a:r>
          <a:endParaRPr lang="en-US"/>
        </a:p>
      </dgm:t>
    </dgm:pt>
    <dgm:pt modelId="{1257C450-5CB5-4D19-B853-D299C87C8723}" type="parTrans" cxnId="{60B06445-CC33-4EDF-9B96-25262937C25B}">
      <dgm:prSet/>
      <dgm:spPr/>
      <dgm:t>
        <a:bodyPr/>
        <a:lstStyle/>
        <a:p>
          <a:endParaRPr lang="en-US"/>
        </a:p>
      </dgm:t>
    </dgm:pt>
    <dgm:pt modelId="{2AD66F4B-055E-4A8B-BB39-086721C70A2C}" type="sibTrans" cxnId="{60B06445-CC33-4EDF-9B96-25262937C25B}">
      <dgm:prSet/>
      <dgm:spPr/>
      <dgm:t>
        <a:bodyPr/>
        <a:lstStyle/>
        <a:p>
          <a:endParaRPr lang="en-US"/>
        </a:p>
      </dgm:t>
    </dgm:pt>
    <dgm:pt modelId="{6D1D9EC9-4E62-4B69-A566-F45E80EB9D64}">
      <dgm:prSet/>
      <dgm:spPr/>
      <dgm:t>
        <a:bodyPr/>
        <a:lstStyle/>
        <a:p>
          <a:r>
            <a:rPr lang="ar-KW"/>
            <a:t>Cost limitations</a:t>
          </a:r>
          <a:endParaRPr lang="en-US"/>
        </a:p>
      </dgm:t>
    </dgm:pt>
    <dgm:pt modelId="{33B18693-189F-4678-B06B-C2CE4FBD0EAA}" type="parTrans" cxnId="{9BD0897B-D751-4658-BB14-69BB0505D56F}">
      <dgm:prSet/>
      <dgm:spPr/>
      <dgm:t>
        <a:bodyPr/>
        <a:lstStyle/>
        <a:p>
          <a:endParaRPr lang="en-US"/>
        </a:p>
      </dgm:t>
    </dgm:pt>
    <dgm:pt modelId="{8B3D5A6E-391C-4611-BABC-DF3C662F3FF2}" type="sibTrans" cxnId="{9BD0897B-D751-4658-BB14-69BB0505D56F}">
      <dgm:prSet/>
      <dgm:spPr/>
      <dgm:t>
        <a:bodyPr/>
        <a:lstStyle/>
        <a:p>
          <a:endParaRPr lang="en-US"/>
        </a:p>
      </dgm:t>
    </dgm:pt>
    <dgm:pt modelId="{37DDFB83-0D6F-4E00-B7D5-A3A8786794F7}">
      <dgm:prSet/>
      <dgm:spPr/>
      <dgm:t>
        <a:bodyPr/>
        <a:lstStyle/>
        <a:p>
          <a:r>
            <a:rPr lang="ar-KW"/>
            <a:t>Battery life</a:t>
          </a:r>
          <a:endParaRPr lang="en-US"/>
        </a:p>
      </dgm:t>
    </dgm:pt>
    <dgm:pt modelId="{3AAA5CA3-8201-452A-8BDE-B6E591F3E757}" type="parTrans" cxnId="{E89BF7AE-AF2E-4522-8A00-6002725B1BEA}">
      <dgm:prSet/>
      <dgm:spPr/>
      <dgm:t>
        <a:bodyPr/>
        <a:lstStyle/>
        <a:p>
          <a:endParaRPr lang="en-US"/>
        </a:p>
      </dgm:t>
    </dgm:pt>
    <dgm:pt modelId="{ABD21619-1D14-41CD-A88E-F12CE699DD8B}" type="sibTrans" cxnId="{E89BF7AE-AF2E-4522-8A00-6002725B1BEA}">
      <dgm:prSet/>
      <dgm:spPr/>
      <dgm:t>
        <a:bodyPr/>
        <a:lstStyle/>
        <a:p>
          <a:endParaRPr lang="en-US"/>
        </a:p>
      </dgm:t>
    </dgm:pt>
    <dgm:pt modelId="{6178D363-59C5-4D0C-A7B5-2126BDACF1AC}">
      <dgm:prSet/>
      <dgm:spPr/>
      <dgm:t>
        <a:bodyPr/>
        <a:lstStyle/>
        <a:p>
          <a:r>
            <a:rPr lang="ar-KW"/>
            <a:t>Positioning accuracy</a:t>
          </a:r>
          <a:endParaRPr lang="en-US"/>
        </a:p>
      </dgm:t>
    </dgm:pt>
    <dgm:pt modelId="{B86AC747-E475-4C0C-ADD3-EEE6A1CA162B}" type="parTrans" cxnId="{DC1A77DA-47FF-4EFA-BA32-8EFD5EC5E524}">
      <dgm:prSet/>
      <dgm:spPr/>
      <dgm:t>
        <a:bodyPr/>
        <a:lstStyle/>
        <a:p>
          <a:endParaRPr lang="en-US"/>
        </a:p>
      </dgm:t>
    </dgm:pt>
    <dgm:pt modelId="{AC79ACC4-F334-409E-9C23-C8228EBD49F4}" type="sibTrans" cxnId="{DC1A77DA-47FF-4EFA-BA32-8EFD5EC5E524}">
      <dgm:prSet/>
      <dgm:spPr/>
      <dgm:t>
        <a:bodyPr/>
        <a:lstStyle/>
        <a:p>
          <a:endParaRPr lang="en-US"/>
        </a:p>
      </dgm:t>
    </dgm:pt>
    <dgm:pt modelId="{9475F33E-8407-488F-9CDB-98A2420080F5}">
      <dgm:prSet/>
      <dgm:spPr/>
      <dgm:t>
        <a:bodyPr/>
        <a:lstStyle/>
        <a:p>
          <a:r>
            <a:rPr lang="ar-KW"/>
            <a:t>Safety &amp; Usability</a:t>
          </a:r>
          <a:endParaRPr lang="en-US"/>
        </a:p>
      </dgm:t>
    </dgm:pt>
    <dgm:pt modelId="{B93366E0-A751-47A5-89F4-B38F7AC2B39C}" type="parTrans" cxnId="{507046C2-B376-4128-B1B9-EC86A37BB180}">
      <dgm:prSet/>
      <dgm:spPr/>
      <dgm:t>
        <a:bodyPr/>
        <a:lstStyle/>
        <a:p>
          <a:endParaRPr lang="en-US"/>
        </a:p>
      </dgm:t>
    </dgm:pt>
    <dgm:pt modelId="{CAFCC275-4901-4A39-8054-19B738F42B51}" type="sibTrans" cxnId="{507046C2-B376-4128-B1B9-EC86A37BB180}">
      <dgm:prSet/>
      <dgm:spPr/>
      <dgm:t>
        <a:bodyPr/>
        <a:lstStyle/>
        <a:p>
          <a:endParaRPr lang="en-US"/>
        </a:p>
      </dgm:t>
    </dgm:pt>
    <dgm:pt modelId="{71491E4F-2A5B-41D2-BC7E-D17ACF7BD930}" type="pres">
      <dgm:prSet presAssocID="{73278491-2179-49C1-A990-8660B2E450A4}" presName="linear" presStyleCnt="0">
        <dgm:presLayoutVars>
          <dgm:animLvl val="lvl"/>
          <dgm:resizeHandles val="exact"/>
        </dgm:presLayoutVars>
      </dgm:prSet>
      <dgm:spPr/>
    </dgm:pt>
    <dgm:pt modelId="{635E0E55-A4C1-46E0-95A5-6A297B7B45DA}" type="pres">
      <dgm:prSet presAssocID="{EAE3C714-ED2D-45D0-8202-9A3B7E85464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43C89BB-A8C9-45EB-B597-B92B1B49F5B1}" type="pres">
      <dgm:prSet presAssocID="{EAE3C714-ED2D-45D0-8202-9A3B7E854649}" presName="childText" presStyleLbl="revTx" presStyleIdx="0" presStyleCnt="2">
        <dgm:presLayoutVars>
          <dgm:bulletEnabled val="1"/>
        </dgm:presLayoutVars>
      </dgm:prSet>
      <dgm:spPr/>
    </dgm:pt>
    <dgm:pt modelId="{A9ADDDC2-5238-4379-8763-7335FEC62755}" type="pres">
      <dgm:prSet presAssocID="{BD1C1A33-657E-40F8-AF70-054D22C0AF4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7F562A-756B-4D37-B746-93BD2EC193BA}" type="pres">
      <dgm:prSet presAssocID="{BD1C1A33-657E-40F8-AF70-054D22C0AF4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FE34D33-E351-4B05-AD6B-FEEA0D727D26}" type="presOf" srcId="{0AEE7D92-2C19-4CBE-B08A-5377C290F882}" destId="{243C89BB-A8C9-45EB-B597-B92B1B49F5B1}" srcOrd="0" destOrd="2" presId="urn:microsoft.com/office/officeart/2005/8/layout/vList2"/>
    <dgm:cxn modelId="{DF320E34-4FDF-4EE7-A451-F543584B0905}" srcId="{EAE3C714-ED2D-45D0-8202-9A3B7E854649}" destId="{E3A9E022-AF07-45B0-AD84-5966A8B8297B}" srcOrd="3" destOrd="0" parTransId="{933B6A4E-5DD4-44E8-AAED-0B1943B98FDA}" sibTransId="{56D2CB18-1026-459F-A19A-516994B00266}"/>
    <dgm:cxn modelId="{A07BEF36-01DC-456F-AA22-D8DBFF7CB7C9}" type="presOf" srcId="{6909D030-A685-4A13-90C8-B227F26D8C4E}" destId="{243C89BB-A8C9-45EB-B597-B92B1B49F5B1}" srcOrd="0" destOrd="1" presId="urn:microsoft.com/office/officeart/2005/8/layout/vList2"/>
    <dgm:cxn modelId="{60B06445-CC33-4EDF-9B96-25262937C25B}" srcId="{BD1C1A33-657E-40F8-AF70-054D22C0AF4D}" destId="{81EF688E-A653-44C1-B922-03C5A63D8F71}" srcOrd="0" destOrd="0" parTransId="{1257C450-5CB5-4D19-B853-D299C87C8723}" sibTransId="{2AD66F4B-055E-4A8B-BB39-086721C70A2C}"/>
    <dgm:cxn modelId="{C82DDB46-8BBA-442E-86CF-80C805B8A8A2}" type="presOf" srcId="{BD1C1A33-657E-40F8-AF70-054D22C0AF4D}" destId="{A9ADDDC2-5238-4379-8763-7335FEC62755}" srcOrd="0" destOrd="0" presId="urn:microsoft.com/office/officeart/2005/8/layout/vList2"/>
    <dgm:cxn modelId="{14BE854D-0498-4052-959F-B76DEA3F04D5}" type="presOf" srcId="{EAE3C714-ED2D-45D0-8202-9A3B7E854649}" destId="{635E0E55-A4C1-46E0-95A5-6A297B7B45DA}" srcOrd="0" destOrd="0" presId="urn:microsoft.com/office/officeart/2005/8/layout/vList2"/>
    <dgm:cxn modelId="{AE0DD06F-DB39-4A9F-A54D-8920BC770983}" type="presOf" srcId="{73278491-2179-49C1-A990-8660B2E450A4}" destId="{71491E4F-2A5B-41D2-BC7E-D17ACF7BD930}" srcOrd="0" destOrd="0" presId="urn:microsoft.com/office/officeart/2005/8/layout/vList2"/>
    <dgm:cxn modelId="{8C4CEA51-AC27-42CF-A9DD-ACBB01D225F1}" type="presOf" srcId="{6178D363-59C5-4D0C-A7B5-2126BDACF1AC}" destId="{C67F562A-756B-4D37-B746-93BD2EC193BA}" srcOrd="0" destOrd="3" presId="urn:microsoft.com/office/officeart/2005/8/layout/vList2"/>
    <dgm:cxn modelId="{98BD3173-B126-46A5-ADB9-B7948F36A0AD}" type="presOf" srcId="{81EF688E-A653-44C1-B922-03C5A63D8F71}" destId="{C67F562A-756B-4D37-B746-93BD2EC193BA}" srcOrd="0" destOrd="0" presId="urn:microsoft.com/office/officeart/2005/8/layout/vList2"/>
    <dgm:cxn modelId="{9BD0897B-D751-4658-BB14-69BB0505D56F}" srcId="{BD1C1A33-657E-40F8-AF70-054D22C0AF4D}" destId="{6D1D9EC9-4E62-4B69-A566-F45E80EB9D64}" srcOrd="1" destOrd="0" parTransId="{33B18693-189F-4678-B06B-C2CE4FBD0EAA}" sibTransId="{8B3D5A6E-391C-4611-BABC-DF3C662F3FF2}"/>
    <dgm:cxn modelId="{0FE1637F-4849-4A1B-8703-10D18882CFB0}" srcId="{EAE3C714-ED2D-45D0-8202-9A3B7E854649}" destId="{0AEE7D92-2C19-4CBE-B08A-5377C290F882}" srcOrd="2" destOrd="0" parTransId="{58A77EF6-EF1F-4603-825A-4AF32B01C034}" sibTransId="{BBD09C23-EA92-4D5C-A49D-6A426C283511}"/>
    <dgm:cxn modelId="{64B02482-8705-4AEE-8013-B3059E5EA21B}" type="presOf" srcId="{E3A9E022-AF07-45B0-AD84-5966A8B8297B}" destId="{243C89BB-A8C9-45EB-B597-B92B1B49F5B1}" srcOrd="0" destOrd="3" presId="urn:microsoft.com/office/officeart/2005/8/layout/vList2"/>
    <dgm:cxn modelId="{36209791-3372-41E2-B8E5-01B51CE52A30}" type="presOf" srcId="{6CE170AD-5119-4DFE-B795-B4042D2A422A}" destId="{243C89BB-A8C9-45EB-B597-B92B1B49F5B1}" srcOrd="0" destOrd="0" presId="urn:microsoft.com/office/officeart/2005/8/layout/vList2"/>
    <dgm:cxn modelId="{31101898-DD40-4233-ADF6-8B62C7D71E3B}" srcId="{73278491-2179-49C1-A990-8660B2E450A4}" destId="{EAE3C714-ED2D-45D0-8202-9A3B7E854649}" srcOrd="0" destOrd="0" parTransId="{3E479633-908B-42D8-8E28-DB1E4213A6B5}" sibTransId="{B5B74541-E242-40AE-99F9-592752AB60A6}"/>
    <dgm:cxn modelId="{913061A6-309A-4CDB-B5FA-4A82F2DC41A6}" type="presOf" srcId="{9475F33E-8407-488F-9CDB-98A2420080F5}" destId="{C67F562A-756B-4D37-B746-93BD2EC193BA}" srcOrd="0" destOrd="4" presId="urn:microsoft.com/office/officeart/2005/8/layout/vList2"/>
    <dgm:cxn modelId="{E89BF7AE-AF2E-4522-8A00-6002725B1BEA}" srcId="{BD1C1A33-657E-40F8-AF70-054D22C0AF4D}" destId="{37DDFB83-0D6F-4E00-B7D5-A3A8786794F7}" srcOrd="2" destOrd="0" parTransId="{3AAA5CA3-8201-452A-8BDE-B6E591F3E757}" sibTransId="{ABD21619-1D14-41CD-A88E-F12CE699DD8B}"/>
    <dgm:cxn modelId="{F49C77AF-B7DA-4AFB-9FE2-993E49AC5090}" type="presOf" srcId="{37DDFB83-0D6F-4E00-B7D5-A3A8786794F7}" destId="{C67F562A-756B-4D37-B746-93BD2EC193BA}" srcOrd="0" destOrd="2" presId="urn:microsoft.com/office/officeart/2005/8/layout/vList2"/>
    <dgm:cxn modelId="{32FC6EB1-49F4-4320-921B-4454B96EC254}" type="presOf" srcId="{6D1D9EC9-4E62-4B69-A566-F45E80EB9D64}" destId="{C67F562A-756B-4D37-B746-93BD2EC193BA}" srcOrd="0" destOrd="1" presId="urn:microsoft.com/office/officeart/2005/8/layout/vList2"/>
    <dgm:cxn modelId="{507046C2-B376-4128-B1B9-EC86A37BB180}" srcId="{BD1C1A33-657E-40F8-AF70-054D22C0AF4D}" destId="{9475F33E-8407-488F-9CDB-98A2420080F5}" srcOrd="4" destOrd="0" parTransId="{B93366E0-A751-47A5-89F4-B38F7AC2B39C}" sibTransId="{CAFCC275-4901-4A39-8054-19B738F42B51}"/>
    <dgm:cxn modelId="{69B2E4D4-1281-4360-ACB7-247FC0A362EA}" srcId="{EAE3C714-ED2D-45D0-8202-9A3B7E854649}" destId="{6909D030-A685-4A13-90C8-B227F26D8C4E}" srcOrd="1" destOrd="0" parTransId="{AC00A6F9-D361-4D23-BBAF-75E31764F463}" sibTransId="{506357BF-09B4-456E-AAE9-D01F0FAFBB5B}"/>
    <dgm:cxn modelId="{DC1A77DA-47FF-4EFA-BA32-8EFD5EC5E524}" srcId="{BD1C1A33-657E-40F8-AF70-054D22C0AF4D}" destId="{6178D363-59C5-4D0C-A7B5-2126BDACF1AC}" srcOrd="3" destOrd="0" parTransId="{B86AC747-E475-4C0C-ADD3-EEE6A1CA162B}" sibTransId="{AC79ACC4-F334-409E-9C23-C8228EBD49F4}"/>
    <dgm:cxn modelId="{14E10BDF-42F7-4DC0-BED8-3048C900C875}" srcId="{73278491-2179-49C1-A990-8660B2E450A4}" destId="{BD1C1A33-657E-40F8-AF70-054D22C0AF4D}" srcOrd="1" destOrd="0" parTransId="{6CD644EE-8948-4E18-9A53-F60AD20EA1EC}" sibTransId="{46CE8E3D-C84F-427F-8D53-4BC33FDB6218}"/>
    <dgm:cxn modelId="{E3A5F5F6-BCB7-46EC-9D30-F7B022127C0D}" srcId="{EAE3C714-ED2D-45D0-8202-9A3B7E854649}" destId="{6CE170AD-5119-4DFE-B795-B4042D2A422A}" srcOrd="0" destOrd="0" parTransId="{1CD5DC3D-7D98-40EA-BF01-100EB1B0DEF5}" sibTransId="{EA5FBE0E-9222-42F3-9559-FA3FC0405FA7}"/>
    <dgm:cxn modelId="{3B5BB0AC-D0FE-43E8-B8E7-24C6DF67DA59}" type="presParOf" srcId="{71491E4F-2A5B-41D2-BC7E-D17ACF7BD930}" destId="{635E0E55-A4C1-46E0-95A5-6A297B7B45DA}" srcOrd="0" destOrd="0" presId="urn:microsoft.com/office/officeart/2005/8/layout/vList2"/>
    <dgm:cxn modelId="{3612C2DB-6AE5-4CDB-AFA2-5C15FF1EAD21}" type="presParOf" srcId="{71491E4F-2A5B-41D2-BC7E-D17ACF7BD930}" destId="{243C89BB-A8C9-45EB-B597-B92B1B49F5B1}" srcOrd="1" destOrd="0" presId="urn:microsoft.com/office/officeart/2005/8/layout/vList2"/>
    <dgm:cxn modelId="{FC2D409B-5DFC-4C42-9315-C81822421C99}" type="presParOf" srcId="{71491E4F-2A5B-41D2-BC7E-D17ACF7BD930}" destId="{A9ADDDC2-5238-4379-8763-7335FEC62755}" srcOrd="2" destOrd="0" presId="urn:microsoft.com/office/officeart/2005/8/layout/vList2"/>
    <dgm:cxn modelId="{DB8882E2-3B57-4729-98BA-E6437A2759C3}" type="presParOf" srcId="{71491E4F-2A5B-41D2-BC7E-D17ACF7BD930}" destId="{C67F562A-756B-4D37-B746-93BD2EC193BA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2D5323-42DC-41F8-9B7A-369D8AB1F11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E04174-9232-4FAC-8DC9-73A8B0536981}">
      <dgm:prSet/>
      <dgm:spPr/>
      <dgm:t>
        <a:bodyPr/>
        <a:lstStyle/>
        <a:p>
          <a:r>
            <a:rPr lang="ar-KW" b="1"/>
            <a:t>Expected Deliverables</a:t>
          </a:r>
          <a:endParaRPr lang="en-US"/>
        </a:p>
      </dgm:t>
    </dgm:pt>
    <dgm:pt modelId="{B406617F-F414-46EE-BA18-A1850C4905B8}" type="parTrans" cxnId="{3F761C01-28EF-4212-BEC1-8BDE10C1E456}">
      <dgm:prSet/>
      <dgm:spPr/>
      <dgm:t>
        <a:bodyPr/>
        <a:lstStyle/>
        <a:p>
          <a:endParaRPr lang="en-US"/>
        </a:p>
      </dgm:t>
    </dgm:pt>
    <dgm:pt modelId="{2ACDF9F3-E1A2-477C-9F94-A472CB973937}" type="sibTrans" cxnId="{3F761C01-28EF-4212-BEC1-8BDE10C1E456}">
      <dgm:prSet/>
      <dgm:spPr/>
      <dgm:t>
        <a:bodyPr/>
        <a:lstStyle/>
        <a:p>
          <a:endParaRPr lang="en-US"/>
        </a:p>
      </dgm:t>
    </dgm:pt>
    <dgm:pt modelId="{BB70232D-47FF-4B99-BC47-1EDE10BC6553}">
      <dgm:prSet/>
      <dgm:spPr/>
      <dgm:t>
        <a:bodyPr/>
        <a:lstStyle/>
        <a:p>
          <a:r>
            <a:rPr lang="ar-KW"/>
            <a:t>Clevart Prototype</a:t>
          </a:r>
          <a:endParaRPr lang="en-US"/>
        </a:p>
      </dgm:t>
    </dgm:pt>
    <dgm:pt modelId="{D92E7D3F-9E9D-48CE-8C80-16E9602AB3E5}" type="parTrans" cxnId="{D1A7561E-AECD-4586-86EE-31DCCA8EE203}">
      <dgm:prSet/>
      <dgm:spPr/>
      <dgm:t>
        <a:bodyPr/>
        <a:lstStyle/>
        <a:p>
          <a:endParaRPr lang="en-US"/>
        </a:p>
      </dgm:t>
    </dgm:pt>
    <dgm:pt modelId="{68FF723D-BC38-494A-8758-60217B2E815F}" type="sibTrans" cxnId="{D1A7561E-AECD-4586-86EE-31DCCA8EE203}">
      <dgm:prSet/>
      <dgm:spPr/>
      <dgm:t>
        <a:bodyPr/>
        <a:lstStyle/>
        <a:p>
          <a:endParaRPr lang="en-US"/>
        </a:p>
      </dgm:t>
    </dgm:pt>
    <dgm:pt modelId="{93221D6B-1AF6-49D0-A8A3-C5196C2B334F}">
      <dgm:prSet/>
      <dgm:spPr/>
      <dgm:t>
        <a:bodyPr/>
        <a:lstStyle/>
        <a:p>
          <a:r>
            <a:rPr lang="ar-KW"/>
            <a:t>Product Database</a:t>
          </a:r>
          <a:endParaRPr lang="en-US"/>
        </a:p>
      </dgm:t>
    </dgm:pt>
    <dgm:pt modelId="{B2C9E287-A10B-4040-BABA-5A286C59C868}" type="parTrans" cxnId="{7C2CD9BE-61F5-4DC0-9A25-04C3A27A59D2}">
      <dgm:prSet/>
      <dgm:spPr/>
      <dgm:t>
        <a:bodyPr/>
        <a:lstStyle/>
        <a:p>
          <a:endParaRPr lang="en-US"/>
        </a:p>
      </dgm:t>
    </dgm:pt>
    <dgm:pt modelId="{2D329678-1C70-400B-8BCD-4EEA7A310E88}" type="sibTrans" cxnId="{7C2CD9BE-61F5-4DC0-9A25-04C3A27A59D2}">
      <dgm:prSet/>
      <dgm:spPr/>
      <dgm:t>
        <a:bodyPr/>
        <a:lstStyle/>
        <a:p>
          <a:endParaRPr lang="en-US"/>
        </a:p>
      </dgm:t>
    </dgm:pt>
    <dgm:pt modelId="{89DE7A9F-C94F-4236-908D-C5F66BD080E7}">
      <dgm:prSet/>
      <dgm:spPr/>
      <dgm:t>
        <a:bodyPr/>
        <a:lstStyle/>
        <a:p>
          <a:r>
            <a:rPr lang="ar-KW"/>
            <a:t>BLE Localization Module</a:t>
          </a:r>
          <a:endParaRPr lang="en-US"/>
        </a:p>
      </dgm:t>
    </dgm:pt>
    <dgm:pt modelId="{13A166A2-BDB1-4F90-8F8A-1DA86AA7F57E}" type="parTrans" cxnId="{09A6308A-CDA2-423B-9353-8CD76658BC6C}">
      <dgm:prSet/>
      <dgm:spPr/>
      <dgm:t>
        <a:bodyPr/>
        <a:lstStyle/>
        <a:p>
          <a:endParaRPr lang="en-US"/>
        </a:p>
      </dgm:t>
    </dgm:pt>
    <dgm:pt modelId="{9C1E3D7B-A833-455D-899C-548D45B590BA}" type="sibTrans" cxnId="{09A6308A-CDA2-423B-9353-8CD76658BC6C}">
      <dgm:prSet/>
      <dgm:spPr/>
      <dgm:t>
        <a:bodyPr/>
        <a:lstStyle/>
        <a:p>
          <a:endParaRPr lang="en-US"/>
        </a:p>
      </dgm:t>
    </dgm:pt>
    <dgm:pt modelId="{B17425C8-E57C-4868-BFA7-7966060561B8}">
      <dgm:prSet/>
      <dgm:spPr/>
      <dgm:t>
        <a:bodyPr/>
        <a:lstStyle/>
        <a:p>
          <a:r>
            <a:rPr lang="ar-KW"/>
            <a:t>Route Planning Engine</a:t>
          </a:r>
          <a:endParaRPr lang="en-US"/>
        </a:p>
      </dgm:t>
    </dgm:pt>
    <dgm:pt modelId="{D36A312A-590C-44BF-8E63-3259AC3C2A81}" type="parTrans" cxnId="{5C1BC306-4073-4A8D-8E29-A187354ABBCE}">
      <dgm:prSet/>
      <dgm:spPr/>
      <dgm:t>
        <a:bodyPr/>
        <a:lstStyle/>
        <a:p>
          <a:endParaRPr lang="en-US"/>
        </a:p>
      </dgm:t>
    </dgm:pt>
    <dgm:pt modelId="{DA826CF6-B23F-43D9-8726-50AF1545E1FC}" type="sibTrans" cxnId="{5C1BC306-4073-4A8D-8E29-A187354ABBCE}">
      <dgm:prSet/>
      <dgm:spPr/>
      <dgm:t>
        <a:bodyPr/>
        <a:lstStyle/>
        <a:p>
          <a:endParaRPr lang="en-US"/>
        </a:p>
      </dgm:t>
    </dgm:pt>
    <dgm:pt modelId="{27729F8A-7356-4ED9-9C3E-DA650FF50F0C}">
      <dgm:prSet/>
      <dgm:spPr/>
      <dgm:t>
        <a:bodyPr/>
        <a:lstStyle/>
        <a:p>
          <a:r>
            <a:rPr lang="ar-KW"/>
            <a:t>Cart User Interface</a:t>
          </a:r>
          <a:endParaRPr lang="en-US"/>
        </a:p>
      </dgm:t>
    </dgm:pt>
    <dgm:pt modelId="{BF186690-23FB-4874-A6F0-3CE4E0ED2918}" type="parTrans" cxnId="{B8EC49FA-D230-4452-9CCE-3018AF7EE0AC}">
      <dgm:prSet/>
      <dgm:spPr/>
      <dgm:t>
        <a:bodyPr/>
        <a:lstStyle/>
        <a:p>
          <a:endParaRPr lang="en-US"/>
        </a:p>
      </dgm:t>
    </dgm:pt>
    <dgm:pt modelId="{F7D62603-C871-499E-B7A5-B183EE24190B}" type="sibTrans" cxnId="{B8EC49FA-D230-4452-9CCE-3018AF7EE0AC}">
      <dgm:prSet/>
      <dgm:spPr/>
      <dgm:t>
        <a:bodyPr/>
        <a:lstStyle/>
        <a:p>
          <a:endParaRPr lang="en-US"/>
        </a:p>
      </dgm:t>
    </dgm:pt>
    <dgm:pt modelId="{84251B00-D3D5-43EA-B8D7-8EA72ABB2E34}">
      <dgm:prSet/>
      <dgm:spPr/>
      <dgm:t>
        <a:bodyPr/>
        <a:lstStyle/>
        <a:p>
          <a:r>
            <a:rPr lang="ar-KW" b="1"/>
            <a:t>Team Strengths</a:t>
          </a:r>
          <a:endParaRPr lang="en-US"/>
        </a:p>
      </dgm:t>
    </dgm:pt>
    <dgm:pt modelId="{74D0D6E1-7AC8-4222-BF26-62C2BCB6B816}" type="parTrans" cxnId="{9CF1C8E7-D555-4CD4-A120-13AC8A547AD0}">
      <dgm:prSet/>
      <dgm:spPr/>
      <dgm:t>
        <a:bodyPr/>
        <a:lstStyle/>
        <a:p>
          <a:endParaRPr lang="en-US"/>
        </a:p>
      </dgm:t>
    </dgm:pt>
    <dgm:pt modelId="{66B41C20-9578-4805-B428-72B5BBDFBE05}" type="sibTrans" cxnId="{9CF1C8E7-D555-4CD4-A120-13AC8A547AD0}">
      <dgm:prSet/>
      <dgm:spPr/>
      <dgm:t>
        <a:bodyPr/>
        <a:lstStyle/>
        <a:p>
          <a:endParaRPr lang="en-US"/>
        </a:p>
      </dgm:t>
    </dgm:pt>
    <dgm:pt modelId="{86B6D4EF-56DD-457F-A294-51F9BDCE6F59}">
      <dgm:prSet/>
      <dgm:spPr/>
      <dgm:t>
        <a:bodyPr/>
        <a:lstStyle/>
        <a:p>
          <a:r>
            <a:rPr lang="ar-KW"/>
            <a:t>Programming</a:t>
          </a:r>
          <a:endParaRPr lang="en-US"/>
        </a:p>
      </dgm:t>
    </dgm:pt>
    <dgm:pt modelId="{0F34B2E1-2F84-4B91-8A9F-CA199EA08DF1}" type="parTrans" cxnId="{9CE5A8AD-08A6-4342-BBB6-EC05B09F786D}">
      <dgm:prSet/>
      <dgm:spPr/>
      <dgm:t>
        <a:bodyPr/>
        <a:lstStyle/>
        <a:p>
          <a:endParaRPr lang="en-US"/>
        </a:p>
      </dgm:t>
    </dgm:pt>
    <dgm:pt modelId="{2A04B76A-01DD-44C8-A4D2-832228BEDE0F}" type="sibTrans" cxnId="{9CE5A8AD-08A6-4342-BBB6-EC05B09F786D}">
      <dgm:prSet/>
      <dgm:spPr/>
      <dgm:t>
        <a:bodyPr/>
        <a:lstStyle/>
        <a:p>
          <a:endParaRPr lang="en-US"/>
        </a:p>
      </dgm:t>
    </dgm:pt>
    <dgm:pt modelId="{8C956F3B-6D05-4A43-B3C3-F62A9FD34347}">
      <dgm:prSet/>
      <dgm:spPr/>
      <dgm:t>
        <a:bodyPr/>
        <a:lstStyle/>
        <a:p>
          <a:r>
            <a:rPr lang="ar-KW"/>
            <a:t>Networks</a:t>
          </a:r>
          <a:endParaRPr lang="en-US"/>
        </a:p>
      </dgm:t>
    </dgm:pt>
    <dgm:pt modelId="{D9F671EE-B263-456F-992D-E0964D87744E}" type="parTrans" cxnId="{5DCBCEC9-1FA7-4CF2-844A-3D249EF20F11}">
      <dgm:prSet/>
      <dgm:spPr/>
      <dgm:t>
        <a:bodyPr/>
        <a:lstStyle/>
        <a:p>
          <a:endParaRPr lang="en-US"/>
        </a:p>
      </dgm:t>
    </dgm:pt>
    <dgm:pt modelId="{54C083F3-1F84-453A-9351-01F179CCA81E}" type="sibTrans" cxnId="{5DCBCEC9-1FA7-4CF2-844A-3D249EF20F11}">
      <dgm:prSet/>
      <dgm:spPr/>
      <dgm:t>
        <a:bodyPr/>
        <a:lstStyle/>
        <a:p>
          <a:endParaRPr lang="en-US"/>
        </a:p>
      </dgm:t>
    </dgm:pt>
    <dgm:pt modelId="{D1D9C946-A467-4F98-AD46-443BFD570234}">
      <dgm:prSet/>
      <dgm:spPr/>
      <dgm:t>
        <a:bodyPr/>
        <a:lstStyle/>
        <a:p>
          <a:r>
            <a:rPr lang="ar-KW"/>
            <a:t>Databases</a:t>
          </a:r>
          <a:endParaRPr lang="en-US"/>
        </a:p>
      </dgm:t>
    </dgm:pt>
    <dgm:pt modelId="{94BD7644-E170-435D-8632-58A98D7868E8}" type="parTrans" cxnId="{81A8EC5E-F048-4C1F-BCB2-3F7715990109}">
      <dgm:prSet/>
      <dgm:spPr/>
      <dgm:t>
        <a:bodyPr/>
        <a:lstStyle/>
        <a:p>
          <a:endParaRPr lang="en-US"/>
        </a:p>
      </dgm:t>
    </dgm:pt>
    <dgm:pt modelId="{C25CB09B-1205-483F-9C22-008957DEA39A}" type="sibTrans" cxnId="{81A8EC5E-F048-4C1F-BCB2-3F7715990109}">
      <dgm:prSet/>
      <dgm:spPr/>
      <dgm:t>
        <a:bodyPr/>
        <a:lstStyle/>
        <a:p>
          <a:endParaRPr lang="en-US"/>
        </a:p>
      </dgm:t>
    </dgm:pt>
    <dgm:pt modelId="{D5418B8F-F79D-43C3-B17B-5B39702D1B4D}">
      <dgm:prSet/>
      <dgm:spPr/>
      <dgm:t>
        <a:bodyPr/>
        <a:lstStyle/>
        <a:p>
          <a:r>
            <a:rPr lang="ar-KW"/>
            <a:t>Machine Learning</a:t>
          </a:r>
          <a:endParaRPr lang="en-US"/>
        </a:p>
      </dgm:t>
    </dgm:pt>
    <dgm:pt modelId="{3EDF90A5-B5E8-4D2A-BDBA-8790F7CB1110}" type="parTrans" cxnId="{2B223807-498D-4017-931F-5B369AC97C93}">
      <dgm:prSet/>
      <dgm:spPr/>
      <dgm:t>
        <a:bodyPr/>
        <a:lstStyle/>
        <a:p>
          <a:endParaRPr lang="en-US"/>
        </a:p>
      </dgm:t>
    </dgm:pt>
    <dgm:pt modelId="{2A3F86DE-AF80-492B-A19E-50D9C566440D}" type="sibTrans" cxnId="{2B223807-498D-4017-931F-5B369AC97C93}">
      <dgm:prSet/>
      <dgm:spPr/>
      <dgm:t>
        <a:bodyPr/>
        <a:lstStyle/>
        <a:p>
          <a:endParaRPr lang="en-US"/>
        </a:p>
      </dgm:t>
    </dgm:pt>
    <dgm:pt modelId="{D1DC8163-736C-4291-A8CF-D7DF8C2B568D}">
      <dgm:prSet/>
      <dgm:spPr/>
      <dgm:t>
        <a:bodyPr/>
        <a:lstStyle/>
        <a:p>
          <a:r>
            <a:rPr lang="ar-KW"/>
            <a:t>Embedded Systems</a:t>
          </a:r>
          <a:endParaRPr lang="en-US"/>
        </a:p>
      </dgm:t>
    </dgm:pt>
    <dgm:pt modelId="{B4231F33-5A61-4543-8A0C-C947CDEEAF1C}" type="parTrans" cxnId="{7AFC5A60-4AE4-4D55-AF22-E74C1A8A6E96}">
      <dgm:prSet/>
      <dgm:spPr/>
      <dgm:t>
        <a:bodyPr/>
        <a:lstStyle/>
        <a:p>
          <a:endParaRPr lang="en-US"/>
        </a:p>
      </dgm:t>
    </dgm:pt>
    <dgm:pt modelId="{822F6D84-135A-4A5F-9082-41369CDD85F3}" type="sibTrans" cxnId="{7AFC5A60-4AE4-4D55-AF22-E74C1A8A6E96}">
      <dgm:prSet/>
      <dgm:spPr/>
      <dgm:t>
        <a:bodyPr/>
        <a:lstStyle/>
        <a:p>
          <a:endParaRPr lang="en-US"/>
        </a:p>
      </dgm:t>
    </dgm:pt>
    <dgm:pt modelId="{80F1184F-6BAC-4D9C-A2E8-86FECBF5E257}" type="pres">
      <dgm:prSet presAssocID="{332D5323-42DC-41F8-9B7A-369D8AB1F116}" presName="diagram" presStyleCnt="0">
        <dgm:presLayoutVars>
          <dgm:dir/>
          <dgm:resizeHandles val="exact"/>
        </dgm:presLayoutVars>
      </dgm:prSet>
      <dgm:spPr/>
    </dgm:pt>
    <dgm:pt modelId="{EE246C73-179E-453E-844A-9E2D8467A3FA}" type="pres">
      <dgm:prSet presAssocID="{1CE04174-9232-4FAC-8DC9-73A8B0536981}" presName="node" presStyleLbl="node1" presStyleIdx="0" presStyleCnt="2">
        <dgm:presLayoutVars>
          <dgm:bulletEnabled val="1"/>
        </dgm:presLayoutVars>
      </dgm:prSet>
      <dgm:spPr/>
    </dgm:pt>
    <dgm:pt modelId="{64EB7D3F-9B5C-4AE3-BED5-951DF0AE22AE}" type="pres">
      <dgm:prSet presAssocID="{2ACDF9F3-E1A2-477C-9F94-A472CB973937}" presName="sibTrans" presStyleCnt="0"/>
      <dgm:spPr/>
    </dgm:pt>
    <dgm:pt modelId="{1F6FE7E7-57A1-44C0-8CB9-F5C95F70E30B}" type="pres">
      <dgm:prSet presAssocID="{84251B00-D3D5-43EA-B8D7-8EA72ABB2E34}" presName="node" presStyleLbl="node1" presStyleIdx="1" presStyleCnt="2">
        <dgm:presLayoutVars>
          <dgm:bulletEnabled val="1"/>
        </dgm:presLayoutVars>
      </dgm:prSet>
      <dgm:spPr/>
    </dgm:pt>
  </dgm:ptLst>
  <dgm:cxnLst>
    <dgm:cxn modelId="{3F761C01-28EF-4212-BEC1-8BDE10C1E456}" srcId="{332D5323-42DC-41F8-9B7A-369D8AB1F116}" destId="{1CE04174-9232-4FAC-8DC9-73A8B0536981}" srcOrd="0" destOrd="0" parTransId="{B406617F-F414-46EE-BA18-A1850C4905B8}" sibTransId="{2ACDF9F3-E1A2-477C-9F94-A472CB973937}"/>
    <dgm:cxn modelId="{A21D6305-389F-4FC6-AA60-6B17D58339C0}" type="presOf" srcId="{93221D6B-1AF6-49D0-A8A3-C5196C2B334F}" destId="{EE246C73-179E-453E-844A-9E2D8467A3FA}" srcOrd="0" destOrd="2" presId="urn:microsoft.com/office/officeart/2005/8/layout/default"/>
    <dgm:cxn modelId="{5C1BC306-4073-4A8D-8E29-A187354ABBCE}" srcId="{1CE04174-9232-4FAC-8DC9-73A8B0536981}" destId="{B17425C8-E57C-4868-BFA7-7966060561B8}" srcOrd="3" destOrd="0" parTransId="{D36A312A-590C-44BF-8E63-3259AC3C2A81}" sibTransId="{DA826CF6-B23F-43D9-8726-50AF1545E1FC}"/>
    <dgm:cxn modelId="{2B223807-498D-4017-931F-5B369AC97C93}" srcId="{84251B00-D3D5-43EA-B8D7-8EA72ABB2E34}" destId="{D5418B8F-F79D-43C3-B17B-5B39702D1B4D}" srcOrd="3" destOrd="0" parTransId="{3EDF90A5-B5E8-4D2A-BDBA-8790F7CB1110}" sibTransId="{2A3F86DE-AF80-492B-A19E-50D9C566440D}"/>
    <dgm:cxn modelId="{64AAC90A-71AA-4744-A761-0615D6FB216C}" type="presOf" srcId="{D1DC8163-736C-4291-A8CF-D7DF8C2B568D}" destId="{1F6FE7E7-57A1-44C0-8CB9-F5C95F70E30B}" srcOrd="0" destOrd="5" presId="urn:microsoft.com/office/officeart/2005/8/layout/default"/>
    <dgm:cxn modelId="{CB8A7A17-2B71-4ADA-AD9F-1C350E2743F0}" type="presOf" srcId="{27729F8A-7356-4ED9-9C3E-DA650FF50F0C}" destId="{EE246C73-179E-453E-844A-9E2D8467A3FA}" srcOrd="0" destOrd="5" presId="urn:microsoft.com/office/officeart/2005/8/layout/default"/>
    <dgm:cxn modelId="{D1A7561E-AECD-4586-86EE-31DCCA8EE203}" srcId="{1CE04174-9232-4FAC-8DC9-73A8B0536981}" destId="{BB70232D-47FF-4B99-BC47-1EDE10BC6553}" srcOrd="0" destOrd="0" parTransId="{D92E7D3F-9E9D-48CE-8C80-16E9602AB3E5}" sibTransId="{68FF723D-BC38-494A-8758-60217B2E815F}"/>
    <dgm:cxn modelId="{7FE11028-DD52-4940-8CB0-DCA297E3AB4F}" type="presOf" srcId="{D1D9C946-A467-4F98-AD46-443BFD570234}" destId="{1F6FE7E7-57A1-44C0-8CB9-F5C95F70E30B}" srcOrd="0" destOrd="3" presId="urn:microsoft.com/office/officeart/2005/8/layout/default"/>
    <dgm:cxn modelId="{7945AB34-2F0C-4FFC-B18F-7D704D992266}" type="presOf" srcId="{89DE7A9F-C94F-4236-908D-C5F66BD080E7}" destId="{EE246C73-179E-453E-844A-9E2D8467A3FA}" srcOrd="0" destOrd="3" presId="urn:microsoft.com/office/officeart/2005/8/layout/default"/>
    <dgm:cxn modelId="{6DCF1C5D-E143-4BFD-923C-F15AF2587164}" type="presOf" srcId="{BB70232D-47FF-4B99-BC47-1EDE10BC6553}" destId="{EE246C73-179E-453E-844A-9E2D8467A3FA}" srcOrd="0" destOrd="1" presId="urn:microsoft.com/office/officeart/2005/8/layout/default"/>
    <dgm:cxn modelId="{81A8EC5E-F048-4C1F-BCB2-3F7715990109}" srcId="{84251B00-D3D5-43EA-B8D7-8EA72ABB2E34}" destId="{D1D9C946-A467-4F98-AD46-443BFD570234}" srcOrd="2" destOrd="0" parTransId="{94BD7644-E170-435D-8632-58A98D7868E8}" sibTransId="{C25CB09B-1205-483F-9C22-008957DEA39A}"/>
    <dgm:cxn modelId="{7AFC5A60-4AE4-4D55-AF22-E74C1A8A6E96}" srcId="{84251B00-D3D5-43EA-B8D7-8EA72ABB2E34}" destId="{D1DC8163-736C-4291-A8CF-D7DF8C2B568D}" srcOrd="4" destOrd="0" parTransId="{B4231F33-5A61-4543-8A0C-C947CDEEAF1C}" sibTransId="{822F6D84-135A-4A5F-9082-41369CDD85F3}"/>
    <dgm:cxn modelId="{46F10C56-477E-4ADE-BCE6-9C9E7FE9A636}" type="presOf" srcId="{84251B00-D3D5-43EA-B8D7-8EA72ABB2E34}" destId="{1F6FE7E7-57A1-44C0-8CB9-F5C95F70E30B}" srcOrd="0" destOrd="0" presId="urn:microsoft.com/office/officeart/2005/8/layout/default"/>
    <dgm:cxn modelId="{4843E17A-F690-4891-AE70-308240A54E8B}" type="presOf" srcId="{1CE04174-9232-4FAC-8DC9-73A8B0536981}" destId="{EE246C73-179E-453E-844A-9E2D8467A3FA}" srcOrd="0" destOrd="0" presId="urn:microsoft.com/office/officeart/2005/8/layout/default"/>
    <dgm:cxn modelId="{09A6308A-CDA2-423B-9353-8CD76658BC6C}" srcId="{1CE04174-9232-4FAC-8DC9-73A8B0536981}" destId="{89DE7A9F-C94F-4236-908D-C5F66BD080E7}" srcOrd="2" destOrd="0" parTransId="{13A166A2-BDB1-4F90-8F8A-1DA86AA7F57E}" sibTransId="{9C1E3D7B-A833-455D-899C-548D45B590BA}"/>
    <dgm:cxn modelId="{58EA9D99-2CB9-4EA9-93D7-1E54D240474E}" type="presOf" srcId="{8C956F3B-6D05-4A43-B3C3-F62A9FD34347}" destId="{1F6FE7E7-57A1-44C0-8CB9-F5C95F70E30B}" srcOrd="0" destOrd="2" presId="urn:microsoft.com/office/officeart/2005/8/layout/default"/>
    <dgm:cxn modelId="{9CE5A8AD-08A6-4342-BBB6-EC05B09F786D}" srcId="{84251B00-D3D5-43EA-B8D7-8EA72ABB2E34}" destId="{86B6D4EF-56DD-457F-A294-51F9BDCE6F59}" srcOrd="0" destOrd="0" parTransId="{0F34B2E1-2F84-4B91-8A9F-CA199EA08DF1}" sibTransId="{2A04B76A-01DD-44C8-A4D2-832228BEDE0F}"/>
    <dgm:cxn modelId="{7C2CD9BE-61F5-4DC0-9A25-04C3A27A59D2}" srcId="{1CE04174-9232-4FAC-8DC9-73A8B0536981}" destId="{93221D6B-1AF6-49D0-A8A3-C5196C2B334F}" srcOrd="1" destOrd="0" parTransId="{B2C9E287-A10B-4040-BABA-5A286C59C868}" sibTransId="{2D329678-1C70-400B-8BCD-4EEA7A310E88}"/>
    <dgm:cxn modelId="{5DCBCEC9-1FA7-4CF2-844A-3D249EF20F11}" srcId="{84251B00-D3D5-43EA-B8D7-8EA72ABB2E34}" destId="{8C956F3B-6D05-4A43-B3C3-F62A9FD34347}" srcOrd="1" destOrd="0" parTransId="{D9F671EE-B263-456F-992D-E0964D87744E}" sibTransId="{54C083F3-1F84-453A-9351-01F179CCA81E}"/>
    <dgm:cxn modelId="{16BB95D3-F8D2-48DB-A8A7-F2FD32C18870}" type="presOf" srcId="{86B6D4EF-56DD-457F-A294-51F9BDCE6F59}" destId="{1F6FE7E7-57A1-44C0-8CB9-F5C95F70E30B}" srcOrd="0" destOrd="1" presId="urn:microsoft.com/office/officeart/2005/8/layout/default"/>
    <dgm:cxn modelId="{E42C18DC-5FA0-4796-9BF9-D6398E1B784C}" type="presOf" srcId="{B17425C8-E57C-4868-BFA7-7966060561B8}" destId="{EE246C73-179E-453E-844A-9E2D8467A3FA}" srcOrd="0" destOrd="4" presId="urn:microsoft.com/office/officeart/2005/8/layout/default"/>
    <dgm:cxn modelId="{9CF1C8E7-D555-4CD4-A120-13AC8A547AD0}" srcId="{332D5323-42DC-41F8-9B7A-369D8AB1F116}" destId="{84251B00-D3D5-43EA-B8D7-8EA72ABB2E34}" srcOrd="1" destOrd="0" parTransId="{74D0D6E1-7AC8-4222-BF26-62C2BCB6B816}" sibTransId="{66B41C20-9578-4805-B428-72B5BBDFBE05}"/>
    <dgm:cxn modelId="{D3B338EF-A47B-40D5-9466-C082FE6BECF4}" type="presOf" srcId="{332D5323-42DC-41F8-9B7A-369D8AB1F116}" destId="{80F1184F-6BAC-4D9C-A2E8-86FECBF5E257}" srcOrd="0" destOrd="0" presId="urn:microsoft.com/office/officeart/2005/8/layout/default"/>
    <dgm:cxn modelId="{A20B8FF4-C5B5-44F6-B072-BCDACE6BEF06}" type="presOf" srcId="{D5418B8F-F79D-43C3-B17B-5B39702D1B4D}" destId="{1F6FE7E7-57A1-44C0-8CB9-F5C95F70E30B}" srcOrd="0" destOrd="4" presId="urn:microsoft.com/office/officeart/2005/8/layout/default"/>
    <dgm:cxn modelId="{B8EC49FA-D230-4452-9CCE-3018AF7EE0AC}" srcId="{1CE04174-9232-4FAC-8DC9-73A8B0536981}" destId="{27729F8A-7356-4ED9-9C3E-DA650FF50F0C}" srcOrd="4" destOrd="0" parTransId="{BF186690-23FB-4874-A6F0-3CE4E0ED2918}" sibTransId="{F7D62603-C871-499E-B7A5-B183EE24190B}"/>
    <dgm:cxn modelId="{CAFDA20A-5508-4AE0-909E-33E86C87E9C8}" type="presParOf" srcId="{80F1184F-6BAC-4D9C-A2E8-86FECBF5E257}" destId="{EE246C73-179E-453E-844A-9E2D8467A3FA}" srcOrd="0" destOrd="0" presId="urn:microsoft.com/office/officeart/2005/8/layout/default"/>
    <dgm:cxn modelId="{0AABBD1C-A61D-43CF-91FE-8EF9191B255B}" type="presParOf" srcId="{80F1184F-6BAC-4D9C-A2E8-86FECBF5E257}" destId="{64EB7D3F-9B5C-4AE3-BED5-951DF0AE22AE}" srcOrd="1" destOrd="0" presId="urn:microsoft.com/office/officeart/2005/8/layout/default"/>
    <dgm:cxn modelId="{42E27990-DB51-485C-A22D-9CC59DD9F404}" type="presParOf" srcId="{80F1184F-6BAC-4D9C-A2E8-86FECBF5E257}" destId="{1F6FE7E7-57A1-44C0-8CB9-F5C95F70E30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5270574-6895-4675-B7FE-3F927C1FE9E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32A890-E782-4630-811D-40A572CB4B72}">
      <dgm:prSet/>
      <dgm:spPr/>
      <dgm:t>
        <a:bodyPr/>
        <a:lstStyle/>
        <a:p>
          <a:r>
            <a:rPr lang="ar-KW"/>
            <a:t>SmartMart (2013)</a:t>
          </a:r>
          <a:endParaRPr lang="en-US"/>
        </a:p>
      </dgm:t>
    </dgm:pt>
    <dgm:pt modelId="{61722CC9-65D6-4450-BF3D-0F78D56DAE88}" type="parTrans" cxnId="{C5577128-366E-4F55-8A84-AEB68E7C60D0}">
      <dgm:prSet/>
      <dgm:spPr/>
      <dgm:t>
        <a:bodyPr/>
        <a:lstStyle/>
        <a:p>
          <a:endParaRPr lang="en-US"/>
        </a:p>
      </dgm:t>
    </dgm:pt>
    <dgm:pt modelId="{5795A67F-6404-43AF-BB55-1A3CA6FFDD2B}" type="sibTrans" cxnId="{C5577128-366E-4F55-8A84-AEB68E7C60D0}">
      <dgm:prSet/>
      <dgm:spPr/>
      <dgm:t>
        <a:bodyPr/>
        <a:lstStyle/>
        <a:p>
          <a:endParaRPr lang="en-US"/>
        </a:p>
      </dgm:t>
    </dgm:pt>
    <dgm:pt modelId="{48164B8C-0368-43E0-AC09-AA43DFC7C177}">
      <dgm:prSet/>
      <dgm:spPr/>
      <dgm:t>
        <a:bodyPr/>
        <a:lstStyle/>
        <a:p>
          <a:r>
            <a:rPr lang="ar-KW"/>
            <a:t>GroFin (2019)</a:t>
          </a:r>
          <a:endParaRPr lang="en-US"/>
        </a:p>
      </dgm:t>
    </dgm:pt>
    <dgm:pt modelId="{DD6CEFE4-AA4A-4F17-A42E-ACDCB52AE66E}" type="parTrans" cxnId="{D90F0E51-7C5A-4AC2-93E5-B4EA7E3F796B}">
      <dgm:prSet/>
      <dgm:spPr/>
      <dgm:t>
        <a:bodyPr/>
        <a:lstStyle/>
        <a:p>
          <a:endParaRPr lang="en-US"/>
        </a:p>
      </dgm:t>
    </dgm:pt>
    <dgm:pt modelId="{A956065C-44D6-49AD-8AA8-7C4789BE981D}" type="sibTrans" cxnId="{D90F0E51-7C5A-4AC2-93E5-B4EA7E3F796B}">
      <dgm:prSet/>
      <dgm:spPr/>
      <dgm:t>
        <a:bodyPr/>
        <a:lstStyle/>
        <a:p>
          <a:endParaRPr lang="en-US"/>
        </a:p>
      </dgm:t>
    </dgm:pt>
    <dgm:pt modelId="{4D5CF8CB-0D88-4120-AF84-ABB9EFEB631E}">
      <dgm:prSet/>
      <dgm:spPr/>
      <dgm:t>
        <a:bodyPr/>
        <a:lstStyle/>
        <a:p>
          <a:r>
            <a:rPr lang="ar-KW"/>
            <a:t>CAST (2010)</a:t>
          </a:r>
          <a:endParaRPr lang="en-US"/>
        </a:p>
      </dgm:t>
    </dgm:pt>
    <dgm:pt modelId="{63C7C28C-A0BE-416B-83A1-F0950BFBFBBA}" type="parTrans" cxnId="{FFD2B1F2-7C6F-439B-83AA-DC1868731008}">
      <dgm:prSet/>
      <dgm:spPr/>
      <dgm:t>
        <a:bodyPr/>
        <a:lstStyle/>
        <a:p>
          <a:endParaRPr lang="en-US"/>
        </a:p>
      </dgm:t>
    </dgm:pt>
    <dgm:pt modelId="{BA54B89A-953A-4D24-A5FE-3A55C0518611}" type="sibTrans" cxnId="{FFD2B1F2-7C6F-439B-83AA-DC1868731008}">
      <dgm:prSet/>
      <dgm:spPr/>
      <dgm:t>
        <a:bodyPr/>
        <a:lstStyle/>
        <a:p>
          <a:endParaRPr lang="en-US"/>
        </a:p>
      </dgm:t>
    </dgm:pt>
    <dgm:pt modelId="{2D2D2245-50FE-4AA7-AEC3-1E636F659B85}">
      <dgm:prSet/>
      <dgm:spPr/>
      <dgm:t>
        <a:bodyPr/>
        <a:lstStyle/>
        <a:p>
          <a:r>
            <a:rPr lang="ar-KW"/>
            <a:t>Instacart Smart Cart (2025)</a:t>
          </a:r>
          <a:endParaRPr lang="en-US"/>
        </a:p>
      </dgm:t>
    </dgm:pt>
    <dgm:pt modelId="{470FDAFC-680F-4E7D-92F5-A858804F53B9}" type="parTrans" cxnId="{82859967-2D6D-450B-AAD2-E2F6F5C377E5}">
      <dgm:prSet/>
      <dgm:spPr/>
      <dgm:t>
        <a:bodyPr/>
        <a:lstStyle/>
        <a:p>
          <a:endParaRPr lang="en-US"/>
        </a:p>
      </dgm:t>
    </dgm:pt>
    <dgm:pt modelId="{77EF780D-17E7-4C03-8390-98A44E667BE8}" type="sibTrans" cxnId="{82859967-2D6D-450B-AAD2-E2F6F5C377E5}">
      <dgm:prSet/>
      <dgm:spPr/>
      <dgm:t>
        <a:bodyPr/>
        <a:lstStyle/>
        <a:p>
          <a:endParaRPr lang="en-US"/>
        </a:p>
      </dgm:t>
    </dgm:pt>
    <dgm:pt modelId="{F4677146-B5D3-4C21-A60F-FFCB76F38037}">
      <dgm:prSet/>
      <dgm:spPr/>
      <dgm:t>
        <a:bodyPr/>
        <a:lstStyle/>
        <a:p>
          <a:r>
            <a:rPr lang="ar-KW"/>
            <a:t>Shopic (2024)</a:t>
          </a:r>
          <a:endParaRPr lang="en-US"/>
        </a:p>
      </dgm:t>
    </dgm:pt>
    <dgm:pt modelId="{9A745BA8-E77E-4442-BFE3-6F77EE32DA82}" type="parTrans" cxnId="{AA3C0B50-393E-4928-AC2C-7DF7B3C0BDD4}">
      <dgm:prSet/>
      <dgm:spPr/>
      <dgm:t>
        <a:bodyPr/>
        <a:lstStyle/>
        <a:p>
          <a:endParaRPr lang="en-US"/>
        </a:p>
      </dgm:t>
    </dgm:pt>
    <dgm:pt modelId="{3F6559C3-26AD-4D63-81C9-6A5153C09AE2}" type="sibTrans" cxnId="{AA3C0B50-393E-4928-AC2C-7DF7B3C0BDD4}">
      <dgm:prSet/>
      <dgm:spPr/>
      <dgm:t>
        <a:bodyPr/>
        <a:lstStyle/>
        <a:p>
          <a:endParaRPr lang="en-US"/>
        </a:p>
      </dgm:t>
    </dgm:pt>
    <dgm:pt modelId="{2AD7702C-9D59-4019-8C5F-CC2534481413}">
      <dgm:prSet/>
      <dgm:spPr/>
      <dgm:t>
        <a:bodyPr/>
        <a:lstStyle/>
        <a:p>
          <a:r>
            <a:rPr lang="ar-KW"/>
            <a:t>Woolworths Scan&amp;Go</a:t>
          </a:r>
          <a:endParaRPr lang="en-US"/>
        </a:p>
      </dgm:t>
    </dgm:pt>
    <dgm:pt modelId="{2D914CC3-407F-4F9D-9BAD-812BB8D051DB}" type="parTrans" cxnId="{83413446-7254-4771-A692-23838CDFC497}">
      <dgm:prSet/>
      <dgm:spPr/>
      <dgm:t>
        <a:bodyPr/>
        <a:lstStyle/>
        <a:p>
          <a:endParaRPr lang="en-US"/>
        </a:p>
      </dgm:t>
    </dgm:pt>
    <dgm:pt modelId="{BC1863E9-5787-4068-BAD9-63FA7224E641}" type="sibTrans" cxnId="{83413446-7254-4771-A692-23838CDFC497}">
      <dgm:prSet/>
      <dgm:spPr/>
      <dgm:t>
        <a:bodyPr/>
        <a:lstStyle/>
        <a:p>
          <a:endParaRPr lang="en-US"/>
        </a:p>
      </dgm:t>
    </dgm:pt>
    <dgm:pt modelId="{B1051A81-1A4A-43C9-8C13-97497EDB33C1}">
      <dgm:prSet/>
      <dgm:spPr/>
      <dgm:t>
        <a:bodyPr/>
        <a:lstStyle/>
        <a:p>
          <a:r>
            <a:rPr lang="ar-KW"/>
            <a:t>Sakman et al. (2023)</a:t>
          </a:r>
          <a:endParaRPr lang="en-US"/>
        </a:p>
      </dgm:t>
    </dgm:pt>
    <dgm:pt modelId="{6C05BF0F-EAB2-4940-BCE5-D759FC721A5F}" type="parTrans" cxnId="{75088DB2-76A5-40DD-BF28-D6665F9B0965}">
      <dgm:prSet/>
      <dgm:spPr/>
      <dgm:t>
        <a:bodyPr/>
        <a:lstStyle/>
        <a:p>
          <a:endParaRPr lang="en-US"/>
        </a:p>
      </dgm:t>
    </dgm:pt>
    <dgm:pt modelId="{E8EDC3BF-5122-4C6C-BD51-82CB61C9FC5F}" type="sibTrans" cxnId="{75088DB2-76A5-40DD-BF28-D6665F9B0965}">
      <dgm:prSet/>
      <dgm:spPr/>
      <dgm:t>
        <a:bodyPr/>
        <a:lstStyle/>
        <a:p>
          <a:endParaRPr lang="en-US"/>
        </a:p>
      </dgm:t>
    </dgm:pt>
    <dgm:pt modelId="{EF8CF70F-DCC0-4BBA-B6D4-9409FD5F93BE}">
      <dgm:prSet/>
      <dgm:spPr/>
      <dgm:t>
        <a:bodyPr/>
        <a:lstStyle/>
        <a:p>
          <a:r>
            <a:rPr lang="ar-KW"/>
            <a:t>Picinin et al. (2025)</a:t>
          </a:r>
          <a:endParaRPr lang="en-US"/>
        </a:p>
      </dgm:t>
    </dgm:pt>
    <dgm:pt modelId="{4292D1F4-A40F-4CA2-8DD0-C7E8E34BB9CE}" type="parTrans" cxnId="{1CE1D6CB-23FD-483C-94AD-39477C9FA7AD}">
      <dgm:prSet/>
      <dgm:spPr/>
      <dgm:t>
        <a:bodyPr/>
        <a:lstStyle/>
        <a:p>
          <a:endParaRPr lang="en-US"/>
        </a:p>
      </dgm:t>
    </dgm:pt>
    <dgm:pt modelId="{45F37B8E-734F-4243-8DB4-DC301CEE6D6F}" type="sibTrans" cxnId="{1CE1D6CB-23FD-483C-94AD-39477C9FA7AD}">
      <dgm:prSet/>
      <dgm:spPr/>
      <dgm:t>
        <a:bodyPr/>
        <a:lstStyle/>
        <a:p>
          <a:endParaRPr lang="en-US"/>
        </a:p>
      </dgm:t>
    </dgm:pt>
    <dgm:pt modelId="{7DA0FAAE-0D59-443E-93A7-EEA807CCE114}">
      <dgm:prSet/>
      <dgm:spPr/>
      <dgm:t>
        <a:bodyPr/>
        <a:lstStyle/>
        <a:p>
          <a:r>
            <a:rPr lang="ar-KW"/>
            <a:t>Liang et al. (2025)</a:t>
          </a:r>
          <a:endParaRPr lang="en-US"/>
        </a:p>
      </dgm:t>
    </dgm:pt>
    <dgm:pt modelId="{B5E0345E-0D82-4229-96C1-8719C87F7B85}" type="parTrans" cxnId="{084762B4-E41D-4055-A9C7-E1117EBE8A74}">
      <dgm:prSet/>
      <dgm:spPr/>
      <dgm:t>
        <a:bodyPr/>
        <a:lstStyle/>
        <a:p>
          <a:endParaRPr lang="en-US"/>
        </a:p>
      </dgm:t>
    </dgm:pt>
    <dgm:pt modelId="{6C157FFE-C68B-42EE-9A55-C36CA72FAB34}" type="sibTrans" cxnId="{084762B4-E41D-4055-A9C7-E1117EBE8A74}">
      <dgm:prSet/>
      <dgm:spPr/>
      <dgm:t>
        <a:bodyPr/>
        <a:lstStyle/>
        <a:p>
          <a:endParaRPr lang="en-US"/>
        </a:p>
      </dgm:t>
    </dgm:pt>
    <dgm:pt modelId="{CA9C04BE-1779-47F2-ADB0-D330C351F355}" type="pres">
      <dgm:prSet presAssocID="{15270574-6895-4675-B7FE-3F927C1FE9E2}" presName="vert0" presStyleCnt="0">
        <dgm:presLayoutVars>
          <dgm:dir/>
          <dgm:animOne val="branch"/>
          <dgm:animLvl val="lvl"/>
        </dgm:presLayoutVars>
      </dgm:prSet>
      <dgm:spPr/>
    </dgm:pt>
    <dgm:pt modelId="{54E20E16-547A-43D1-99EA-4CC9B4513A36}" type="pres">
      <dgm:prSet presAssocID="{D432A890-E782-4630-811D-40A572CB4B72}" presName="thickLine" presStyleLbl="alignNode1" presStyleIdx="0" presStyleCnt="9"/>
      <dgm:spPr/>
    </dgm:pt>
    <dgm:pt modelId="{AA5E0135-0102-4E98-9104-5539F97784AC}" type="pres">
      <dgm:prSet presAssocID="{D432A890-E782-4630-811D-40A572CB4B72}" presName="horz1" presStyleCnt="0"/>
      <dgm:spPr/>
    </dgm:pt>
    <dgm:pt modelId="{8158E620-E22D-4E84-B2B9-C119735B94CA}" type="pres">
      <dgm:prSet presAssocID="{D432A890-E782-4630-811D-40A572CB4B72}" presName="tx1" presStyleLbl="revTx" presStyleIdx="0" presStyleCnt="9"/>
      <dgm:spPr/>
    </dgm:pt>
    <dgm:pt modelId="{7920E3A1-BAEA-470E-9F3B-B4E32B7B1055}" type="pres">
      <dgm:prSet presAssocID="{D432A890-E782-4630-811D-40A572CB4B72}" presName="vert1" presStyleCnt="0"/>
      <dgm:spPr/>
    </dgm:pt>
    <dgm:pt modelId="{BB08ED96-8A06-4C20-947F-BB31EBA90039}" type="pres">
      <dgm:prSet presAssocID="{48164B8C-0368-43E0-AC09-AA43DFC7C177}" presName="thickLine" presStyleLbl="alignNode1" presStyleIdx="1" presStyleCnt="9"/>
      <dgm:spPr/>
    </dgm:pt>
    <dgm:pt modelId="{257F7AD1-75C6-4D6E-967B-F0F5E00BE9B5}" type="pres">
      <dgm:prSet presAssocID="{48164B8C-0368-43E0-AC09-AA43DFC7C177}" presName="horz1" presStyleCnt="0"/>
      <dgm:spPr/>
    </dgm:pt>
    <dgm:pt modelId="{F2655234-D1F2-4DB4-B29D-DA2443DCF879}" type="pres">
      <dgm:prSet presAssocID="{48164B8C-0368-43E0-AC09-AA43DFC7C177}" presName="tx1" presStyleLbl="revTx" presStyleIdx="1" presStyleCnt="9"/>
      <dgm:spPr/>
    </dgm:pt>
    <dgm:pt modelId="{60A29290-1B51-4E85-B140-2EE088FED323}" type="pres">
      <dgm:prSet presAssocID="{48164B8C-0368-43E0-AC09-AA43DFC7C177}" presName="vert1" presStyleCnt="0"/>
      <dgm:spPr/>
    </dgm:pt>
    <dgm:pt modelId="{F4ED5181-00FD-4E89-B733-BC3EB017048D}" type="pres">
      <dgm:prSet presAssocID="{4D5CF8CB-0D88-4120-AF84-ABB9EFEB631E}" presName="thickLine" presStyleLbl="alignNode1" presStyleIdx="2" presStyleCnt="9"/>
      <dgm:spPr/>
    </dgm:pt>
    <dgm:pt modelId="{0C2B0A82-C9F5-4F13-8E25-547E4E569B69}" type="pres">
      <dgm:prSet presAssocID="{4D5CF8CB-0D88-4120-AF84-ABB9EFEB631E}" presName="horz1" presStyleCnt="0"/>
      <dgm:spPr/>
    </dgm:pt>
    <dgm:pt modelId="{0CEE19E6-BEF7-46A1-A5E1-A4FA14AE18A1}" type="pres">
      <dgm:prSet presAssocID="{4D5CF8CB-0D88-4120-AF84-ABB9EFEB631E}" presName="tx1" presStyleLbl="revTx" presStyleIdx="2" presStyleCnt="9"/>
      <dgm:spPr/>
    </dgm:pt>
    <dgm:pt modelId="{DACCFB0D-1909-4AFD-B7B2-4635171D618F}" type="pres">
      <dgm:prSet presAssocID="{4D5CF8CB-0D88-4120-AF84-ABB9EFEB631E}" presName="vert1" presStyleCnt="0"/>
      <dgm:spPr/>
    </dgm:pt>
    <dgm:pt modelId="{71195C95-251B-4813-99DB-1D026E6A5FE6}" type="pres">
      <dgm:prSet presAssocID="{2D2D2245-50FE-4AA7-AEC3-1E636F659B85}" presName="thickLine" presStyleLbl="alignNode1" presStyleIdx="3" presStyleCnt="9"/>
      <dgm:spPr/>
    </dgm:pt>
    <dgm:pt modelId="{B419E21C-04FA-4BDA-8D97-C891C94841C2}" type="pres">
      <dgm:prSet presAssocID="{2D2D2245-50FE-4AA7-AEC3-1E636F659B85}" presName="horz1" presStyleCnt="0"/>
      <dgm:spPr/>
    </dgm:pt>
    <dgm:pt modelId="{53473D1E-A45E-4158-9A92-D902378AE011}" type="pres">
      <dgm:prSet presAssocID="{2D2D2245-50FE-4AA7-AEC3-1E636F659B85}" presName="tx1" presStyleLbl="revTx" presStyleIdx="3" presStyleCnt="9"/>
      <dgm:spPr/>
    </dgm:pt>
    <dgm:pt modelId="{7953D8F8-98FC-44C9-82A0-3D3C74D1F496}" type="pres">
      <dgm:prSet presAssocID="{2D2D2245-50FE-4AA7-AEC3-1E636F659B85}" presName="vert1" presStyleCnt="0"/>
      <dgm:spPr/>
    </dgm:pt>
    <dgm:pt modelId="{882C45E3-F647-4143-9EDD-A5D19A5298C5}" type="pres">
      <dgm:prSet presAssocID="{F4677146-B5D3-4C21-A60F-FFCB76F38037}" presName="thickLine" presStyleLbl="alignNode1" presStyleIdx="4" presStyleCnt="9"/>
      <dgm:spPr/>
    </dgm:pt>
    <dgm:pt modelId="{B61F59D7-F98C-487A-AE04-9C4C0F5DF089}" type="pres">
      <dgm:prSet presAssocID="{F4677146-B5D3-4C21-A60F-FFCB76F38037}" presName="horz1" presStyleCnt="0"/>
      <dgm:spPr/>
    </dgm:pt>
    <dgm:pt modelId="{ACCB7414-8D06-43B5-9AEC-BAADB369228A}" type="pres">
      <dgm:prSet presAssocID="{F4677146-B5D3-4C21-A60F-FFCB76F38037}" presName="tx1" presStyleLbl="revTx" presStyleIdx="4" presStyleCnt="9"/>
      <dgm:spPr/>
    </dgm:pt>
    <dgm:pt modelId="{D52298E6-703D-45D0-B53E-AEAA8482E683}" type="pres">
      <dgm:prSet presAssocID="{F4677146-B5D3-4C21-A60F-FFCB76F38037}" presName="vert1" presStyleCnt="0"/>
      <dgm:spPr/>
    </dgm:pt>
    <dgm:pt modelId="{8CA0EF94-FE13-4B9D-A58D-9190BC1BC9F2}" type="pres">
      <dgm:prSet presAssocID="{2AD7702C-9D59-4019-8C5F-CC2534481413}" presName="thickLine" presStyleLbl="alignNode1" presStyleIdx="5" presStyleCnt="9"/>
      <dgm:spPr/>
    </dgm:pt>
    <dgm:pt modelId="{AD171D1B-157B-43B9-8883-2008C82D38DA}" type="pres">
      <dgm:prSet presAssocID="{2AD7702C-9D59-4019-8C5F-CC2534481413}" presName="horz1" presStyleCnt="0"/>
      <dgm:spPr/>
    </dgm:pt>
    <dgm:pt modelId="{2A5F5875-F513-4D37-8ECE-9825C22D3911}" type="pres">
      <dgm:prSet presAssocID="{2AD7702C-9D59-4019-8C5F-CC2534481413}" presName="tx1" presStyleLbl="revTx" presStyleIdx="5" presStyleCnt="9"/>
      <dgm:spPr/>
    </dgm:pt>
    <dgm:pt modelId="{D143D7DD-E2B0-463D-8D73-CCC596A50BFE}" type="pres">
      <dgm:prSet presAssocID="{2AD7702C-9D59-4019-8C5F-CC2534481413}" presName="vert1" presStyleCnt="0"/>
      <dgm:spPr/>
    </dgm:pt>
    <dgm:pt modelId="{15E2E1A7-2E08-4C09-804D-3AFAB855A683}" type="pres">
      <dgm:prSet presAssocID="{B1051A81-1A4A-43C9-8C13-97497EDB33C1}" presName="thickLine" presStyleLbl="alignNode1" presStyleIdx="6" presStyleCnt="9"/>
      <dgm:spPr/>
    </dgm:pt>
    <dgm:pt modelId="{0DAA5F57-B5F0-4E1B-B2CC-EAA624082AB9}" type="pres">
      <dgm:prSet presAssocID="{B1051A81-1A4A-43C9-8C13-97497EDB33C1}" presName="horz1" presStyleCnt="0"/>
      <dgm:spPr/>
    </dgm:pt>
    <dgm:pt modelId="{32BA34C2-52AC-48AE-BF48-E4476940482E}" type="pres">
      <dgm:prSet presAssocID="{B1051A81-1A4A-43C9-8C13-97497EDB33C1}" presName="tx1" presStyleLbl="revTx" presStyleIdx="6" presStyleCnt="9"/>
      <dgm:spPr/>
    </dgm:pt>
    <dgm:pt modelId="{BB9C0804-87D5-4E43-9ACA-673394BE42D8}" type="pres">
      <dgm:prSet presAssocID="{B1051A81-1A4A-43C9-8C13-97497EDB33C1}" presName="vert1" presStyleCnt="0"/>
      <dgm:spPr/>
    </dgm:pt>
    <dgm:pt modelId="{29667686-5D00-4748-BFB5-42EB91586FB3}" type="pres">
      <dgm:prSet presAssocID="{EF8CF70F-DCC0-4BBA-B6D4-9409FD5F93BE}" presName="thickLine" presStyleLbl="alignNode1" presStyleIdx="7" presStyleCnt="9"/>
      <dgm:spPr/>
    </dgm:pt>
    <dgm:pt modelId="{1923EAA1-12FD-4669-8BDF-695923E749E9}" type="pres">
      <dgm:prSet presAssocID="{EF8CF70F-DCC0-4BBA-B6D4-9409FD5F93BE}" presName="horz1" presStyleCnt="0"/>
      <dgm:spPr/>
    </dgm:pt>
    <dgm:pt modelId="{909F16C1-071A-4DAA-95DA-9A6AA9984221}" type="pres">
      <dgm:prSet presAssocID="{EF8CF70F-DCC0-4BBA-B6D4-9409FD5F93BE}" presName="tx1" presStyleLbl="revTx" presStyleIdx="7" presStyleCnt="9"/>
      <dgm:spPr/>
    </dgm:pt>
    <dgm:pt modelId="{297FDBFE-D6BC-4E81-9803-5F74FA0BF3CD}" type="pres">
      <dgm:prSet presAssocID="{EF8CF70F-DCC0-4BBA-B6D4-9409FD5F93BE}" presName="vert1" presStyleCnt="0"/>
      <dgm:spPr/>
    </dgm:pt>
    <dgm:pt modelId="{4E0627A3-4AF8-4134-8D36-828D00216695}" type="pres">
      <dgm:prSet presAssocID="{7DA0FAAE-0D59-443E-93A7-EEA807CCE114}" presName="thickLine" presStyleLbl="alignNode1" presStyleIdx="8" presStyleCnt="9"/>
      <dgm:spPr/>
    </dgm:pt>
    <dgm:pt modelId="{518FEA07-170D-45A7-A60E-0FCFE9A3CF57}" type="pres">
      <dgm:prSet presAssocID="{7DA0FAAE-0D59-443E-93A7-EEA807CCE114}" presName="horz1" presStyleCnt="0"/>
      <dgm:spPr/>
    </dgm:pt>
    <dgm:pt modelId="{14536466-E3F2-4C0D-9CC7-989B1B19B7BE}" type="pres">
      <dgm:prSet presAssocID="{7DA0FAAE-0D59-443E-93A7-EEA807CCE114}" presName="tx1" presStyleLbl="revTx" presStyleIdx="8" presStyleCnt="9"/>
      <dgm:spPr/>
    </dgm:pt>
    <dgm:pt modelId="{E2783646-AA20-480F-965C-FCC6819C56D8}" type="pres">
      <dgm:prSet presAssocID="{7DA0FAAE-0D59-443E-93A7-EEA807CCE114}" presName="vert1" presStyleCnt="0"/>
      <dgm:spPr/>
    </dgm:pt>
  </dgm:ptLst>
  <dgm:cxnLst>
    <dgm:cxn modelId="{8256A614-2641-4740-A9C6-E6C9588FF745}" type="presOf" srcId="{48164B8C-0368-43E0-AC09-AA43DFC7C177}" destId="{F2655234-D1F2-4DB4-B29D-DA2443DCF879}" srcOrd="0" destOrd="0" presId="urn:microsoft.com/office/officeart/2008/layout/LinedList"/>
    <dgm:cxn modelId="{0FE30F25-3E08-47E3-BFAF-C8E2F757D6B7}" type="presOf" srcId="{4D5CF8CB-0D88-4120-AF84-ABB9EFEB631E}" destId="{0CEE19E6-BEF7-46A1-A5E1-A4FA14AE18A1}" srcOrd="0" destOrd="0" presId="urn:microsoft.com/office/officeart/2008/layout/LinedList"/>
    <dgm:cxn modelId="{C5577128-366E-4F55-8A84-AEB68E7C60D0}" srcId="{15270574-6895-4675-B7FE-3F927C1FE9E2}" destId="{D432A890-E782-4630-811D-40A572CB4B72}" srcOrd="0" destOrd="0" parTransId="{61722CC9-65D6-4450-BF3D-0F78D56DAE88}" sibTransId="{5795A67F-6404-43AF-BB55-1A3CA6FFDD2B}"/>
    <dgm:cxn modelId="{C32A543D-F3C0-4F62-BE3C-73E306A471C7}" type="presOf" srcId="{2D2D2245-50FE-4AA7-AEC3-1E636F659B85}" destId="{53473D1E-A45E-4158-9A92-D902378AE011}" srcOrd="0" destOrd="0" presId="urn:microsoft.com/office/officeart/2008/layout/LinedList"/>
    <dgm:cxn modelId="{F8609D5F-31C8-4A82-AFF4-BD425C5B0A20}" type="presOf" srcId="{15270574-6895-4675-B7FE-3F927C1FE9E2}" destId="{CA9C04BE-1779-47F2-ADB0-D330C351F355}" srcOrd="0" destOrd="0" presId="urn:microsoft.com/office/officeart/2008/layout/LinedList"/>
    <dgm:cxn modelId="{83413446-7254-4771-A692-23838CDFC497}" srcId="{15270574-6895-4675-B7FE-3F927C1FE9E2}" destId="{2AD7702C-9D59-4019-8C5F-CC2534481413}" srcOrd="5" destOrd="0" parTransId="{2D914CC3-407F-4F9D-9BAD-812BB8D051DB}" sibTransId="{BC1863E9-5787-4068-BAD9-63FA7224E641}"/>
    <dgm:cxn modelId="{82859967-2D6D-450B-AAD2-E2F6F5C377E5}" srcId="{15270574-6895-4675-B7FE-3F927C1FE9E2}" destId="{2D2D2245-50FE-4AA7-AEC3-1E636F659B85}" srcOrd="3" destOrd="0" parTransId="{470FDAFC-680F-4E7D-92F5-A858804F53B9}" sibTransId="{77EF780D-17E7-4C03-8390-98A44E667BE8}"/>
    <dgm:cxn modelId="{6B0B8749-92D0-47EF-8FCC-C3DF3B23555F}" type="presOf" srcId="{D432A890-E782-4630-811D-40A572CB4B72}" destId="{8158E620-E22D-4E84-B2B9-C119735B94CA}" srcOrd="0" destOrd="0" presId="urn:microsoft.com/office/officeart/2008/layout/LinedList"/>
    <dgm:cxn modelId="{AA3C0B50-393E-4928-AC2C-7DF7B3C0BDD4}" srcId="{15270574-6895-4675-B7FE-3F927C1FE9E2}" destId="{F4677146-B5D3-4C21-A60F-FFCB76F38037}" srcOrd="4" destOrd="0" parTransId="{9A745BA8-E77E-4442-BFE3-6F77EE32DA82}" sibTransId="{3F6559C3-26AD-4D63-81C9-6A5153C09AE2}"/>
    <dgm:cxn modelId="{D90F0E51-7C5A-4AC2-93E5-B4EA7E3F796B}" srcId="{15270574-6895-4675-B7FE-3F927C1FE9E2}" destId="{48164B8C-0368-43E0-AC09-AA43DFC7C177}" srcOrd="1" destOrd="0" parTransId="{DD6CEFE4-AA4A-4F17-A42E-ACDCB52AE66E}" sibTransId="{A956065C-44D6-49AD-8AA8-7C4789BE981D}"/>
    <dgm:cxn modelId="{31BF6F9C-6DD5-48A6-8C96-4DFCD5C8BAE9}" type="presOf" srcId="{F4677146-B5D3-4C21-A60F-FFCB76F38037}" destId="{ACCB7414-8D06-43B5-9AEC-BAADB369228A}" srcOrd="0" destOrd="0" presId="urn:microsoft.com/office/officeart/2008/layout/LinedList"/>
    <dgm:cxn modelId="{75088DB2-76A5-40DD-BF28-D6665F9B0965}" srcId="{15270574-6895-4675-B7FE-3F927C1FE9E2}" destId="{B1051A81-1A4A-43C9-8C13-97497EDB33C1}" srcOrd="6" destOrd="0" parTransId="{6C05BF0F-EAB2-4940-BCE5-D759FC721A5F}" sibTransId="{E8EDC3BF-5122-4C6C-BD51-82CB61C9FC5F}"/>
    <dgm:cxn modelId="{084762B4-E41D-4055-A9C7-E1117EBE8A74}" srcId="{15270574-6895-4675-B7FE-3F927C1FE9E2}" destId="{7DA0FAAE-0D59-443E-93A7-EEA807CCE114}" srcOrd="8" destOrd="0" parTransId="{B5E0345E-0D82-4229-96C1-8719C87F7B85}" sibTransId="{6C157FFE-C68B-42EE-9A55-C36CA72FAB34}"/>
    <dgm:cxn modelId="{73489CCB-2C90-4115-B467-859CA6A75886}" type="presOf" srcId="{2AD7702C-9D59-4019-8C5F-CC2534481413}" destId="{2A5F5875-F513-4D37-8ECE-9825C22D3911}" srcOrd="0" destOrd="0" presId="urn:microsoft.com/office/officeart/2008/layout/LinedList"/>
    <dgm:cxn modelId="{E474BDCB-BE21-41EB-B085-4565504EEEF8}" type="presOf" srcId="{EF8CF70F-DCC0-4BBA-B6D4-9409FD5F93BE}" destId="{909F16C1-071A-4DAA-95DA-9A6AA9984221}" srcOrd="0" destOrd="0" presId="urn:microsoft.com/office/officeart/2008/layout/LinedList"/>
    <dgm:cxn modelId="{1CE1D6CB-23FD-483C-94AD-39477C9FA7AD}" srcId="{15270574-6895-4675-B7FE-3F927C1FE9E2}" destId="{EF8CF70F-DCC0-4BBA-B6D4-9409FD5F93BE}" srcOrd="7" destOrd="0" parTransId="{4292D1F4-A40F-4CA2-8DD0-C7E8E34BB9CE}" sibTransId="{45F37B8E-734F-4243-8DB4-DC301CEE6D6F}"/>
    <dgm:cxn modelId="{ECE088E1-5DE2-468D-AA7B-00412160936F}" type="presOf" srcId="{B1051A81-1A4A-43C9-8C13-97497EDB33C1}" destId="{32BA34C2-52AC-48AE-BF48-E4476940482E}" srcOrd="0" destOrd="0" presId="urn:microsoft.com/office/officeart/2008/layout/LinedList"/>
    <dgm:cxn modelId="{FFD2B1F2-7C6F-439B-83AA-DC1868731008}" srcId="{15270574-6895-4675-B7FE-3F927C1FE9E2}" destId="{4D5CF8CB-0D88-4120-AF84-ABB9EFEB631E}" srcOrd="2" destOrd="0" parTransId="{63C7C28C-A0BE-416B-83A1-F0950BFBFBBA}" sibTransId="{BA54B89A-953A-4D24-A5FE-3A55C0518611}"/>
    <dgm:cxn modelId="{7E3175FE-6066-412F-A8C3-DD3D8650FA26}" type="presOf" srcId="{7DA0FAAE-0D59-443E-93A7-EEA807CCE114}" destId="{14536466-E3F2-4C0D-9CC7-989B1B19B7BE}" srcOrd="0" destOrd="0" presId="urn:microsoft.com/office/officeart/2008/layout/LinedList"/>
    <dgm:cxn modelId="{BC506B85-3D3C-4A8C-851A-B8C85D9A9DA2}" type="presParOf" srcId="{CA9C04BE-1779-47F2-ADB0-D330C351F355}" destId="{54E20E16-547A-43D1-99EA-4CC9B4513A36}" srcOrd="0" destOrd="0" presId="urn:microsoft.com/office/officeart/2008/layout/LinedList"/>
    <dgm:cxn modelId="{B3C20978-8D58-4266-9E5B-E5BB6061A422}" type="presParOf" srcId="{CA9C04BE-1779-47F2-ADB0-D330C351F355}" destId="{AA5E0135-0102-4E98-9104-5539F97784AC}" srcOrd="1" destOrd="0" presId="urn:microsoft.com/office/officeart/2008/layout/LinedList"/>
    <dgm:cxn modelId="{F10E7EC3-B70C-4A25-8274-92675BFBEEF2}" type="presParOf" srcId="{AA5E0135-0102-4E98-9104-5539F97784AC}" destId="{8158E620-E22D-4E84-B2B9-C119735B94CA}" srcOrd="0" destOrd="0" presId="urn:microsoft.com/office/officeart/2008/layout/LinedList"/>
    <dgm:cxn modelId="{01D114E1-FEAD-49EF-A9D5-AEF6EE6B45DD}" type="presParOf" srcId="{AA5E0135-0102-4E98-9104-5539F97784AC}" destId="{7920E3A1-BAEA-470E-9F3B-B4E32B7B1055}" srcOrd="1" destOrd="0" presId="urn:microsoft.com/office/officeart/2008/layout/LinedList"/>
    <dgm:cxn modelId="{9E32D413-6851-43FC-A82F-90EFA13574F4}" type="presParOf" srcId="{CA9C04BE-1779-47F2-ADB0-D330C351F355}" destId="{BB08ED96-8A06-4C20-947F-BB31EBA90039}" srcOrd="2" destOrd="0" presId="urn:microsoft.com/office/officeart/2008/layout/LinedList"/>
    <dgm:cxn modelId="{6AED4CC5-41C7-45E0-BB0A-D31624661059}" type="presParOf" srcId="{CA9C04BE-1779-47F2-ADB0-D330C351F355}" destId="{257F7AD1-75C6-4D6E-967B-F0F5E00BE9B5}" srcOrd="3" destOrd="0" presId="urn:microsoft.com/office/officeart/2008/layout/LinedList"/>
    <dgm:cxn modelId="{80A67024-DF31-4B9D-A5BA-0F1570B48BA1}" type="presParOf" srcId="{257F7AD1-75C6-4D6E-967B-F0F5E00BE9B5}" destId="{F2655234-D1F2-4DB4-B29D-DA2443DCF879}" srcOrd="0" destOrd="0" presId="urn:microsoft.com/office/officeart/2008/layout/LinedList"/>
    <dgm:cxn modelId="{6F1F94E2-C6B4-4473-AF30-D53BA260B812}" type="presParOf" srcId="{257F7AD1-75C6-4D6E-967B-F0F5E00BE9B5}" destId="{60A29290-1B51-4E85-B140-2EE088FED323}" srcOrd="1" destOrd="0" presId="urn:microsoft.com/office/officeart/2008/layout/LinedList"/>
    <dgm:cxn modelId="{DD2CC118-B2D8-43FE-BFA7-B9FAE7A79DBF}" type="presParOf" srcId="{CA9C04BE-1779-47F2-ADB0-D330C351F355}" destId="{F4ED5181-00FD-4E89-B733-BC3EB017048D}" srcOrd="4" destOrd="0" presId="urn:microsoft.com/office/officeart/2008/layout/LinedList"/>
    <dgm:cxn modelId="{202FC62F-49D0-463B-B9B1-09C307C06AFE}" type="presParOf" srcId="{CA9C04BE-1779-47F2-ADB0-D330C351F355}" destId="{0C2B0A82-C9F5-4F13-8E25-547E4E569B69}" srcOrd="5" destOrd="0" presId="urn:microsoft.com/office/officeart/2008/layout/LinedList"/>
    <dgm:cxn modelId="{C6C28B29-0F0B-4D36-B37E-33C14591A082}" type="presParOf" srcId="{0C2B0A82-C9F5-4F13-8E25-547E4E569B69}" destId="{0CEE19E6-BEF7-46A1-A5E1-A4FA14AE18A1}" srcOrd="0" destOrd="0" presId="urn:microsoft.com/office/officeart/2008/layout/LinedList"/>
    <dgm:cxn modelId="{31DBC7FE-88D5-410D-B98B-4923B0D73E5B}" type="presParOf" srcId="{0C2B0A82-C9F5-4F13-8E25-547E4E569B69}" destId="{DACCFB0D-1909-4AFD-B7B2-4635171D618F}" srcOrd="1" destOrd="0" presId="urn:microsoft.com/office/officeart/2008/layout/LinedList"/>
    <dgm:cxn modelId="{BC599AD0-59DE-42BD-B8BE-FC5ECE63A50D}" type="presParOf" srcId="{CA9C04BE-1779-47F2-ADB0-D330C351F355}" destId="{71195C95-251B-4813-99DB-1D026E6A5FE6}" srcOrd="6" destOrd="0" presId="urn:microsoft.com/office/officeart/2008/layout/LinedList"/>
    <dgm:cxn modelId="{F91B3A1A-C2CA-44EE-93CE-89E7760A2471}" type="presParOf" srcId="{CA9C04BE-1779-47F2-ADB0-D330C351F355}" destId="{B419E21C-04FA-4BDA-8D97-C891C94841C2}" srcOrd="7" destOrd="0" presId="urn:microsoft.com/office/officeart/2008/layout/LinedList"/>
    <dgm:cxn modelId="{E26DD1C2-4F5E-488E-8965-2DEDD333E114}" type="presParOf" srcId="{B419E21C-04FA-4BDA-8D97-C891C94841C2}" destId="{53473D1E-A45E-4158-9A92-D902378AE011}" srcOrd="0" destOrd="0" presId="urn:microsoft.com/office/officeart/2008/layout/LinedList"/>
    <dgm:cxn modelId="{A4339064-2C80-4AB5-8EC0-94F20D74C2E9}" type="presParOf" srcId="{B419E21C-04FA-4BDA-8D97-C891C94841C2}" destId="{7953D8F8-98FC-44C9-82A0-3D3C74D1F496}" srcOrd="1" destOrd="0" presId="urn:microsoft.com/office/officeart/2008/layout/LinedList"/>
    <dgm:cxn modelId="{28DDEAA8-9EDC-4DE7-A6E5-523C781BF433}" type="presParOf" srcId="{CA9C04BE-1779-47F2-ADB0-D330C351F355}" destId="{882C45E3-F647-4143-9EDD-A5D19A5298C5}" srcOrd="8" destOrd="0" presId="urn:microsoft.com/office/officeart/2008/layout/LinedList"/>
    <dgm:cxn modelId="{738449D5-5201-4F4A-9D49-B13CEAC852FD}" type="presParOf" srcId="{CA9C04BE-1779-47F2-ADB0-D330C351F355}" destId="{B61F59D7-F98C-487A-AE04-9C4C0F5DF089}" srcOrd="9" destOrd="0" presId="urn:microsoft.com/office/officeart/2008/layout/LinedList"/>
    <dgm:cxn modelId="{88763362-C766-40D0-8131-5EA4A2B7C856}" type="presParOf" srcId="{B61F59D7-F98C-487A-AE04-9C4C0F5DF089}" destId="{ACCB7414-8D06-43B5-9AEC-BAADB369228A}" srcOrd="0" destOrd="0" presId="urn:microsoft.com/office/officeart/2008/layout/LinedList"/>
    <dgm:cxn modelId="{EA8ECE6E-61AC-4128-948B-73212D1CFB06}" type="presParOf" srcId="{B61F59D7-F98C-487A-AE04-9C4C0F5DF089}" destId="{D52298E6-703D-45D0-B53E-AEAA8482E683}" srcOrd="1" destOrd="0" presId="urn:microsoft.com/office/officeart/2008/layout/LinedList"/>
    <dgm:cxn modelId="{AC0211E9-E9F8-43F2-BBD3-7398926DE780}" type="presParOf" srcId="{CA9C04BE-1779-47F2-ADB0-D330C351F355}" destId="{8CA0EF94-FE13-4B9D-A58D-9190BC1BC9F2}" srcOrd="10" destOrd="0" presId="urn:microsoft.com/office/officeart/2008/layout/LinedList"/>
    <dgm:cxn modelId="{EDB45381-1280-4C00-BA49-6B1CAA0B16DD}" type="presParOf" srcId="{CA9C04BE-1779-47F2-ADB0-D330C351F355}" destId="{AD171D1B-157B-43B9-8883-2008C82D38DA}" srcOrd="11" destOrd="0" presId="urn:microsoft.com/office/officeart/2008/layout/LinedList"/>
    <dgm:cxn modelId="{4642C3D3-D77C-4753-BA58-21DCE4145E7E}" type="presParOf" srcId="{AD171D1B-157B-43B9-8883-2008C82D38DA}" destId="{2A5F5875-F513-4D37-8ECE-9825C22D3911}" srcOrd="0" destOrd="0" presId="urn:microsoft.com/office/officeart/2008/layout/LinedList"/>
    <dgm:cxn modelId="{8E021F99-9B60-4C51-8E42-03B96EFA0130}" type="presParOf" srcId="{AD171D1B-157B-43B9-8883-2008C82D38DA}" destId="{D143D7DD-E2B0-463D-8D73-CCC596A50BFE}" srcOrd="1" destOrd="0" presId="urn:microsoft.com/office/officeart/2008/layout/LinedList"/>
    <dgm:cxn modelId="{E0ED99C1-1FC2-4801-BD10-005AD04E5204}" type="presParOf" srcId="{CA9C04BE-1779-47F2-ADB0-D330C351F355}" destId="{15E2E1A7-2E08-4C09-804D-3AFAB855A683}" srcOrd="12" destOrd="0" presId="urn:microsoft.com/office/officeart/2008/layout/LinedList"/>
    <dgm:cxn modelId="{AC12C990-1A14-4B01-BCB6-1E885397B730}" type="presParOf" srcId="{CA9C04BE-1779-47F2-ADB0-D330C351F355}" destId="{0DAA5F57-B5F0-4E1B-B2CC-EAA624082AB9}" srcOrd="13" destOrd="0" presId="urn:microsoft.com/office/officeart/2008/layout/LinedList"/>
    <dgm:cxn modelId="{D8A82397-4646-4F2D-A8F5-4ECAA90419A3}" type="presParOf" srcId="{0DAA5F57-B5F0-4E1B-B2CC-EAA624082AB9}" destId="{32BA34C2-52AC-48AE-BF48-E4476940482E}" srcOrd="0" destOrd="0" presId="urn:microsoft.com/office/officeart/2008/layout/LinedList"/>
    <dgm:cxn modelId="{FF7609A0-6554-4618-95F2-8C6AB0CDE831}" type="presParOf" srcId="{0DAA5F57-B5F0-4E1B-B2CC-EAA624082AB9}" destId="{BB9C0804-87D5-4E43-9ACA-673394BE42D8}" srcOrd="1" destOrd="0" presId="urn:microsoft.com/office/officeart/2008/layout/LinedList"/>
    <dgm:cxn modelId="{1E9B5843-E5FF-4318-A056-8BD81E6C09BD}" type="presParOf" srcId="{CA9C04BE-1779-47F2-ADB0-D330C351F355}" destId="{29667686-5D00-4748-BFB5-42EB91586FB3}" srcOrd="14" destOrd="0" presId="urn:microsoft.com/office/officeart/2008/layout/LinedList"/>
    <dgm:cxn modelId="{5CB71F3C-FDBE-42B1-8276-23F600E45F62}" type="presParOf" srcId="{CA9C04BE-1779-47F2-ADB0-D330C351F355}" destId="{1923EAA1-12FD-4669-8BDF-695923E749E9}" srcOrd="15" destOrd="0" presId="urn:microsoft.com/office/officeart/2008/layout/LinedList"/>
    <dgm:cxn modelId="{A468B8E8-C175-4B51-AB5F-B52A465878CD}" type="presParOf" srcId="{1923EAA1-12FD-4669-8BDF-695923E749E9}" destId="{909F16C1-071A-4DAA-95DA-9A6AA9984221}" srcOrd="0" destOrd="0" presId="urn:microsoft.com/office/officeart/2008/layout/LinedList"/>
    <dgm:cxn modelId="{9F7053BD-F3C4-4ADE-A511-87E44A0FF4C9}" type="presParOf" srcId="{1923EAA1-12FD-4669-8BDF-695923E749E9}" destId="{297FDBFE-D6BC-4E81-9803-5F74FA0BF3CD}" srcOrd="1" destOrd="0" presId="urn:microsoft.com/office/officeart/2008/layout/LinedList"/>
    <dgm:cxn modelId="{AFF49541-4FCC-461F-AB8D-3C57EA58490F}" type="presParOf" srcId="{CA9C04BE-1779-47F2-ADB0-D330C351F355}" destId="{4E0627A3-4AF8-4134-8D36-828D00216695}" srcOrd="16" destOrd="0" presId="urn:microsoft.com/office/officeart/2008/layout/LinedList"/>
    <dgm:cxn modelId="{D14FF18B-0802-495F-950D-1BF28C298329}" type="presParOf" srcId="{CA9C04BE-1779-47F2-ADB0-D330C351F355}" destId="{518FEA07-170D-45A7-A60E-0FCFE9A3CF57}" srcOrd="17" destOrd="0" presId="urn:microsoft.com/office/officeart/2008/layout/LinedList"/>
    <dgm:cxn modelId="{55DB7D71-B583-4D44-8C09-9A3172C06667}" type="presParOf" srcId="{518FEA07-170D-45A7-A60E-0FCFE9A3CF57}" destId="{14536466-E3F2-4C0D-9CC7-989B1B19B7BE}" srcOrd="0" destOrd="0" presId="urn:microsoft.com/office/officeart/2008/layout/LinedList"/>
    <dgm:cxn modelId="{6AAF7B86-F509-4446-AF1D-E03C4AE4889A}" type="presParOf" srcId="{518FEA07-170D-45A7-A60E-0FCFE9A3CF57}" destId="{E2783646-AA20-480F-965C-FCC6819C56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FCA78A-6405-4FD0-8DB1-B632D76DE3E1}">
      <dsp:nvSpPr>
        <dsp:cNvPr id="0" name=""/>
        <dsp:cNvSpPr/>
      </dsp:nvSpPr>
      <dsp:spPr>
        <a:xfrm>
          <a:off x="0" y="45466"/>
          <a:ext cx="6666833" cy="103808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600" b="1" kern="1200"/>
            <a:t>Clevart</a:t>
          </a:r>
          <a:endParaRPr lang="en-US" sz="2600" kern="1200"/>
        </a:p>
      </dsp:txBody>
      <dsp:txXfrm>
        <a:off x="50675" y="96141"/>
        <a:ext cx="6565483" cy="936732"/>
      </dsp:txXfrm>
    </dsp:sp>
    <dsp:sp modelId="{6E0C49CE-B23B-4753-B812-8820717A1EE8}">
      <dsp:nvSpPr>
        <dsp:cNvPr id="0" name=""/>
        <dsp:cNvSpPr/>
      </dsp:nvSpPr>
      <dsp:spPr>
        <a:xfrm>
          <a:off x="0" y="1158428"/>
          <a:ext cx="6666833" cy="1038082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600" kern="1200"/>
            <a:t>Clip-on smart device attached to supermarket carts.</a:t>
          </a:r>
          <a:endParaRPr lang="en-US" sz="2600" kern="1200"/>
        </a:p>
      </dsp:txBody>
      <dsp:txXfrm>
        <a:off x="50675" y="1209103"/>
        <a:ext cx="6565483" cy="936732"/>
      </dsp:txXfrm>
    </dsp:sp>
    <dsp:sp modelId="{C85261F9-83E0-4B90-8C24-782200E71282}">
      <dsp:nvSpPr>
        <dsp:cNvPr id="0" name=""/>
        <dsp:cNvSpPr/>
      </dsp:nvSpPr>
      <dsp:spPr>
        <a:xfrm>
          <a:off x="0" y="2271391"/>
          <a:ext cx="6666833" cy="1038082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600" kern="1200"/>
            <a:t>Features:</a:t>
          </a:r>
          <a:endParaRPr lang="en-US" sz="2600" kern="1200"/>
        </a:p>
      </dsp:txBody>
      <dsp:txXfrm>
        <a:off x="50675" y="2322066"/>
        <a:ext cx="6565483" cy="936732"/>
      </dsp:txXfrm>
    </dsp:sp>
    <dsp:sp modelId="{274DF967-8A94-4214-B824-144B075F079E}">
      <dsp:nvSpPr>
        <dsp:cNvPr id="0" name=""/>
        <dsp:cNvSpPr/>
      </dsp:nvSpPr>
      <dsp:spPr>
        <a:xfrm>
          <a:off x="0" y="3309473"/>
          <a:ext cx="6666833" cy="2098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Indoor Positioning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Product Database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Dynamic Routing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Shopping List Tracking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Purchase Monitoring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000" kern="1200"/>
            <a:t>Real-Time Route Updates</a:t>
          </a:r>
          <a:endParaRPr lang="en-US" sz="2000" kern="1200"/>
        </a:p>
      </dsp:txBody>
      <dsp:txXfrm>
        <a:off x="0" y="3309473"/>
        <a:ext cx="6666833" cy="2098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2DD3C-B414-4988-8247-BDA335213CA0}">
      <dsp:nvSpPr>
        <dsp:cNvPr id="0" name=""/>
        <dsp:cNvSpPr/>
      </dsp:nvSpPr>
      <dsp:spPr>
        <a:xfrm>
          <a:off x="3362937" y="221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SmartMart</a:t>
          </a:r>
          <a:endParaRPr lang="en-US" sz="1700" kern="1200"/>
        </a:p>
      </dsp:txBody>
      <dsp:txXfrm>
        <a:off x="3380243" y="17527"/>
        <a:ext cx="3748692" cy="319910"/>
      </dsp:txXfrm>
    </dsp:sp>
    <dsp:sp modelId="{FD253D6E-656C-4C23-B996-3FBD13320A94}">
      <dsp:nvSpPr>
        <dsp:cNvPr id="0" name=""/>
        <dsp:cNvSpPr/>
      </dsp:nvSpPr>
      <dsp:spPr>
        <a:xfrm>
          <a:off x="3362937" y="372470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GroFin</a:t>
          </a:r>
          <a:endParaRPr lang="en-US" sz="1700" kern="1200"/>
        </a:p>
      </dsp:txBody>
      <dsp:txXfrm>
        <a:off x="3380243" y="389776"/>
        <a:ext cx="3748692" cy="319910"/>
      </dsp:txXfrm>
    </dsp:sp>
    <dsp:sp modelId="{A28D3390-EC8F-44A8-B01D-A2BC4DEF2B1B}">
      <dsp:nvSpPr>
        <dsp:cNvPr id="0" name=""/>
        <dsp:cNvSpPr/>
      </dsp:nvSpPr>
      <dsp:spPr>
        <a:xfrm>
          <a:off x="3362937" y="744718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CAST</a:t>
          </a:r>
          <a:endParaRPr lang="en-US" sz="1700" kern="1200"/>
        </a:p>
      </dsp:txBody>
      <dsp:txXfrm>
        <a:off x="3380243" y="762024"/>
        <a:ext cx="3748692" cy="319910"/>
      </dsp:txXfrm>
    </dsp:sp>
    <dsp:sp modelId="{3EA97AFD-C89D-46DA-BD19-9A3B53FD81F3}">
      <dsp:nvSpPr>
        <dsp:cNvPr id="0" name=""/>
        <dsp:cNvSpPr/>
      </dsp:nvSpPr>
      <dsp:spPr>
        <a:xfrm>
          <a:off x="3362937" y="1116967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Coles Smart Cart</a:t>
          </a:r>
          <a:endParaRPr lang="en-US" sz="1700" kern="1200"/>
        </a:p>
      </dsp:txBody>
      <dsp:txXfrm>
        <a:off x="3380243" y="1134273"/>
        <a:ext cx="3748692" cy="319910"/>
      </dsp:txXfrm>
    </dsp:sp>
    <dsp:sp modelId="{DE857542-CBC0-4B4F-BD38-A955D36FF443}">
      <dsp:nvSpPr>
        <dsp:cNvPr id="0" name=""/>
        <dsp:cNvSpPr/>
      </dsp:nvSpPr>
      <dsp:spPr>
        <a:xfrm>
          <a:off x="3362937" y="1489216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Shopic Smart Cart</a:t>
          </a:r>
          <a:endParaRPr lang="en-US" sz="1700" kern="1200"/>
        </a:p>
      </dsp:txBody>
      <dsp:txXfrm>
        <a:off x="3380243" y="1506522"/>
        <a:ext cx="3748692" cy="319910"/>
      </dsp:txXfrm>
    </dsp:sp>
    <dsp:sp modelId="{E76ADCE7-C220-4B3B-B2CB-26A0FC1EF494}">
      <dsp:nvSpPr>
        <dsp:cNvPr id="0" name=""/>
        <dsp:cNvSpPr/>
      </dsp:nvSpPr>
      <dsp:spPr>
        <a:xfrm>
          <a:off x="3362937" y="1861465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Woolworths Scan&amp;Go</a:t>
          </a:r>
          <a:endParaRPr lang="en-US" sz="1700" kern="1200"/>
        </a:p>
      </dsp:txBody>
      <dsp:txXfrm>
        <a:off x="3380243" y="1878771"/>
        <a:ext cx="3748692" cy="319910"/>
      </dsp:txXfrm>
    </dsp:sp>
    <dsp:sp modelId="{E71D2237-9363-44F3-B2EA-D792379AAC63}">
      <dsp:nvSpPr>
        <dsp:cNvPr id="0" name=""/>
        <dsp:cNvSpPr/>
      </dsp:nvSpPr>
      <dsp:spPr>
        <a:xfrm>
          <a:off x="3362937" y="2233714"/>
          <a:ext cx="3783304" cy="3545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1700" kern="1200"/>
            <a:t>Techno M-Cart</a:t>
          </a:r>
          <a:endParaRPr lang="en-US" sz="1700" kern="1200"/>
        </a:p>
      </dsp:txBody>
      <dsp:txXfrm>
        <a:off x="3380243" y="2251020"/>
        <a:ext cx="3748692" cy="3199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2997F-19F1-48B5-84DB-F2241CFC0569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6EACF0-D67D-44A8-8A2C-EEB081BAEA8A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b="1" kern="1200"/>
            <a:t>Key Advantages</a:t>
          </a:r>
          <a:endParaRPr lang="en-US" sz="3300" kern="1200"/>
        </a:p>
      </dsp:txBody>
      <dsp:txXfrm>
        <a:off x="0" y="665"/>
        <a:ext cx="6666833" cy="778941"/>
      </dsp:txXfrm>
    </dsp:sp>
    <dsp:sp modelId="{417D97D5-F8BB-49B1-9B13-1232E680C4A6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60F45D-B22D-42E0-B291-B315A59D6F6A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Adaptive route recalculation</a:t>
          </a:r>
          <a:endParaRPr lang="en-US" sz="3300" kern="1200"/>
        </a:p>
      </dsp:txBody>
      <dsp:txXfrm>
        <a:off x="0" y="779606"/>
        <a:ext cx="6666833" cy="778941"/>
      </dsp:txXfrm>
    </dsp:sp>
    <dsp:sp modelId="{3BAD5592-549E-4C54-BE19-94B951E05507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A99560-B628-4A7E-8FCF-F16790AB370A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Indoor shopper localization</a:t>
          </a:r>
          <a:endParaRPr lang="en-US" sz="3300" kern="1200"/>
        </a:p>
      </dsp:txBody>
      <dsp:txXfrm>
        <a:off x="0" y="1558548"/>
        <a:ext cx="6666833" cy="778941"/>
      </dsp:txXfrm>
    </dsp:sp>
    <dsp:sp modelId="{A8DAF4B6-8389-4EE1-9C27-0EFEDAB1999C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DFE94A-9382-42FD-9BAB-5B27BCB7674A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Clip-on design</a:t>
          </a:r>
          <a:endParaRPr lang="en-US" sz="3300" kern="1200"/>
        </a:p>
      </dsp:txBody>
      <dsp:txXfrm>
        <a:off x="0" y="2337489"/>
        <a:ext cx="6666833" cy="778941"/>
      </dsp:txXfrm>
    </dsp:sp>
    <dsp:sp modelId="{DB9BC69B-50A0-4761-AAB8-429DDFB7D5E8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1FBCE3-E22F-44FF-80BC-9D25C962CCFB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Product-location database</a:t>
          </a:r>
          <a:endParaRPr lang="en-US" sz="3300" kern="1200"/>
        </a:p>
      </dsp:txBody>
      <dsp:txXfrm>
        <a:off x="0" y="3116430"/>
        <a:ext cx="6666833" cy="778941"/>
      </dsp:txXfrm>
    </dsp:sp>
    <dsp:sp modelId="{81F88D41-8DCF-4E6B-8081-B26B4FA05585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E551F48-C487-4288-A149-403813A8E1AD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Dynamic shopping-list routing</a:t>
          </a:r>
          <a:endParaRPr lang="en-US" sz="3300" kern="1200"/>
        </a:p>
      </dsp:txBody>
      <dsp:txXfrm>
        <a:off x="0" y="3895371"/>
        <a:ext cx="6666833" cy="778941"/>
      </dsp:txXfrm>
    </dsp:sp>
    <dsp:sp modelId="{C75D6F14-D6BA-4C28-B3CC-C0FC981296AF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DC6A3A-777D-4A36-B4D2-36697EEF23F1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300" kern="1200"/>
            <a:t>✅ Reduced backtracking</a:t>
          </a:r>
          <a:endParaRPr lang="en-US" sz="3300" kern="1200"/>
        </a:p>
      </dsp:txBody>
      <dsp:txXfrm>
        <a:off x="0" y="4674313"/>
        <a:ext cx="6666833" cy="7789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5E0E55-A4C1-46E0-95A5-6A297B7B45DA}">
      <dsp:nvSpPr>
        <dsp:cNvPr id="0" name=""/>
        <dsp:cNvSpPr/>
      </dsp:nvSpPr>
      <dsp:spPr>
        <a:xfrm>
          <a:off x="0" y="5610"/>
          <a:ext cx="6253721" cy="7370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000" b="1" kern="1200"/>
            <a:t>Success Metrics</a:t>
          </a:r>
          <a:endParaRPr lang="en-US" sz="3000" kern="1200"/>
        </a:p>
      </dsp:txBody>
      <dsp:txXfrm>
        <a:off x="35982" y="41592"/>
        <a:ext cx="6181757" cy="665135"/>
      </dsp:txXfrm>
    </dsp:sp>
    <dsp:sp modelId="{243C89BB-A8C9-45EB-B597-B92B1B49F5B1}">
      <dsp:nvSpPr>
        <dsp:cNvPr id="0" name=""/>
        <dsp:cNvSpPr/>
      </dsp:nvSpPr>
      <dsp:spPr>
        <a:xfrm>
          <a:off x="0" y="742709"/>
          <a:ext cx="6253721" cy="1583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Search time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Walking distance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Backtracking events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Successfully found items</a:t>
          </a:r>
          <a:endParaRPr lang="en-US" sz="2300" kern="1200"/>
        </a:p>
      </dsp:txBody>
      <dsp:txXfrm>
        <a:off x="0" y="742709"/>
        <a:ext cx="6253721" cy="1583549"/>
      </dsp:txXfrm>
    </dsp:sp>
    <dsp:sp modelId="{A9ADDDC2-5238-4379-8763-7335FEC62755}">
      <dsp:nvSpPr>
        <dsp:cNvPr id="0" name=""/>
        <dsp:cNvSpPr/>
      </dsp:nvSpPr>
      <dsp:spPr>
        <a:xfrm>
          <a:off x="0" y="2326259"/>
          <a:ext cx="6253721" cy="73709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3000" b="1" kern="1200"/>
            <a:t>Constraints</a:t>
          </a:r>
          <a:endParaRPr lang="en-US" sz="3000" kern="1200"/>
        </a:p>
      </dsp:txBody>
      <dsp:txXfrm>
        <a:off x="35982" y="2362241"/>
        <a:ext cx="6181757" cy="665135"/>
      </dsp:txXfrm>
    </dsp:sp>
    <dsp:sp modelId="{C67F562A-756B-4D37-B746-93BD2EC193BA}">
      <dsp:nvSpPr>
        <dsp:cNvPr id="0" name=""/>
        <dsp:cNvSpPr/>
      </dsp:nvSpPr>
      <dsp:spPr>
        <a:xfrm>
          <a:off x="0" y="3063359"/>
          <a:ext cx="6253721" cy="1987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Existing cart compatibility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Cost limitations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Battery life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Positioning accuracy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ar-KW" sz="2300" kern="1200"/>
            <a:t>Safety &amp; Usability</a:t>
          </a:r>
          <a:endParaRPr lang="en-US" sz="2300" kern="1200"/>
        </a:p>
      </dsp:txBody>
      <dsp:txXfrm>
        <a:off x="0" y="3063359"/>
        <a:ext cx="6253721" cy="19872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46C73-179E-453E-844A-9E2D8467A3FA}">
      <dsp:nvSpPr>
        <dsp:cNvPr id="0" name=""/>
        <dsp:cNvSpPr/>
      </dsp:nvSpPr>
      <dsp:spPr>
        <a:xfrm>
          <a:off x="551228" y="3261"/>
          <a:ext cx="4052413" cy="2431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700" b="1" kern="1200"/>
            <a:t>Expected Deliverables</a:t>
          </a:r>
          <a:endParaRPr lang="en-US" sz="27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Clevart Prototype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Product Database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BLE Localization Module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Route Planning Engine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Cart User Interface</a:t>
          </a:r>
          <a:endParaRPr lang="en-US" sz="2100" kern="1200"/>
        </a:p>
      </dsp:txBody>
      <dsp:txXfrm>
        <a:off x="551228" y="3261"/>
        <a:ext cx="4052413" cy="2431447"/>
      </dsp:txXfrm>
    </dsp:sp>
    <dsp:sp modelId="{1F6FE7E7-57A1-44C0-8CB9-F5C95F70E30B}">
      <dsp:nvSpPr>
        <dsp:cNvPr id="0" name=""/>
        <dsp:cNvSpPr/>
      </dsp:nvSpPr>
      <dsp:spPr>
        <a:xfrm>
          <a:off x="551228" y="2839951"/>
          <a:ext cx="4052413" cy="24314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700" b="1" kern="1200"/>
            <a:t>Team Strengths</a:t>
          </a:r>
          <a:endParaRPr lang="en-US" sz="27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Programming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Networks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Databases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Machine Learning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KW" sz="2100" kern="1200"/>
            <a:t>Embedded Systems</a:t>
          </a:r>
          <a:endParaRPr lang="en-US" sz="2100" kern="1200"/>
        </a:p>
      </dsp:txBody>
      <dsp:txXfrm>
        <a:off x="551228" y="2839951"/>
        <a:ext cx="4052413" cy="243144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20E16-547A-43D1-99EA-4CC9B4513A36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8E620-E22D-4E84-B2B9-C119735B94CA}">
      <dsp:nvSpPr>
        <dsp:cNvPr id="0" name=""/>
        <dsp:cNvSpPr/>
      </dsp:nvSpPr>
      <dsp:spPr>
        <a:xfrm>
          <a:off x="0" y="531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SmartMart (2013)</a:t>
          </a:r>
          <a:endParaRPr lang="en-US" sz="2200" kern="1200"/>
        </a:p>
      </dsp:txBody>
      <dsp:txXfrm>
        <a:off x="0" y="531"/>
        <a:ext cx="10515600" cy="483363"/>
      </dsp:txXfrm>
    </dsp:sp>
    <dsp:sp modelId="{BB08ED96-8A06-4C20-947F-BB31EBA90039}">
      <dsp:nvSpPr>
        <dsp:cNvPr id="0" name=""/>
        <dsp:cNvSpPr/>
      </dsp:nvSpPr>
      <dsp:spPr>
        <a:xfrm>
          <a:off x="0" y="483895"/>
          <a:ext cx="10515600" cy="0"/>
        </a:xfrm>
        <a:prstGeom prst="line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accent2">
              <a:hueOff val="805452"/>
              <a:satOff val="-2312"/>
              <a:lumOff val="-37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55234-D1F2-4DB4-B29D-DA2443DCF879}">
      <dsp:nvSpPr>
        <dsp:cNvPr id="0" name=""/>
        <dsp:cNvSpPr/>
      </dsp:nvSpPr>
      <dsp:spPr>
        <a:xfrm>
          <a:off x="0" y="483895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GroFin (2019)</a:t>
          </a:r>
          <a:endParaRPr lang="en-US" sz="2200" kern="1200"/>
        </a:p>
      </dsp:txBody>
      <dsp:txXfrm>
        <a:off x="0" y="483895"/>
        <a:ext cx="10515600" cy="483363"/>
      </dsp:txXfrm>
    </dsp:sp>
    <dsp:sp modelId="{F4ED5181-00FD-4E89-B733-BC3EB017048D}">
      <dsp:nvSpPr>
        <dsp:cNvPr id="0" name=""/>
        <dsp:cNvSpPr/>
      </dsp:nvSpPr>
      <dsp:spPr>
        <a:xfrm>
          <a:off x="0" y="967259"/>
          <a:ext cx="10515600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E19E6-BEF7-46A1-A5E1-A4FA14AE18A1}">
      <dsp:nvSpPr>
        <dsp:cNvPr id="0" name=""/>
        <dsp:cNvSpPr/>
      </dsp:nvSpPr>
      <dsp:spPr>
        <a:xfrm>
          <a:off x="0" y="967259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CAST (2010)</a:t>
          </a:r>
          <a:endParaRPr lang="en-US" sz="2200" kern="1200"/>
        </a:p>
      </dsp:txBody>
      <dsp:txXfrm>
        <a:off x="0" y="967259"/>
        <a:ext cx="10515600" cy="483363"/>
      </dsp:txXfrm>
    </dsp:sp>
    <dsp:sp modelId="{71195C95-251B-4813-99DB-1D026E6A5FE6}">
      <dsp:nvSpPr>
        <dsp:cNvPr id="0" name=""/>
        <dsp:cNvSpPr/>
      </dsp:nvSpPr>
      <dsp:spPr>
        <a:xfrm>
          <a:off x="0" y="1450623"/>
          <a:ext cx="10515600" cy="0"/>
        </a:xfrm>
        <a:prstGeom prst="line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accent2">
              <a:hueOff val="2416355"/>
              <a:satOff val="-6935"/>
              <a:lumOff val="-111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73D1E-A45E-4158-9A92-D902378AE011}">
      <dsp:nvSpPr>
        <dsp:cNvPr id="0" name=""/>
        <dsp:cNvSpPr/>
      </dsp:nvSpPr>
      <dsp:spPr>
        <a:xfrm>
          <a:off x="0" y="1450623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Instacart Smart Cart (2025)</a:t>
          </a:r>
          <a:endParaRPr lang="en-US" sz="2200" kern="1200"/>
        </a:p>
      </dsp:txBody>
      <dsp:txXfrm>
        <a:off x="0" y="1450623"/>
        <a:ext cx="10515600" cy="483363"/>
      </dsp:txXfrm>
    </dsp:sp>
    <dsp:sp modelId="{882C45E3-F647-4143-9EDD-A5D19A5298C5}">
      <dsp:nvSpPr>
        <dsp:cNvPr id="0" name=""/>
        <dsp:cNvSpPr/>
      </dsp:nvSpPr>
      <dsp:spPr>
        <a:xfrm>
          <a:off x="0" y="1933987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B7414-8D06-43B5-9AEC-BAADB369228A}">
      <dsp:nvSpPr>
        <dsp:cNvPr id="0" name=""/>
        <dsp:cNvSpPr/>
      </dsp:nvSpPr>
      <dsp:spPr>
        <a:xfrm>
          <a:off x="0" y="1933987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Shopic (2024)</a:t>
          </a:r>
          <a:endParaRPr lang="en-US" sz="2200" kern="1200"/>
        </a:p>
      </dsp:txBody>
      <dsp:txXfrm>
        <a:off x="0" y="1933987"/>
        <a:ext cx="10515600" cy="483363"/>
      </dsp:txXfrm>
    </dsp:sp>
    <dsp:sp modelId="{8CA0EF94-FE13-4B9D-A58D-9190BC1BC9F2}">
      <dsp:nvSpPr>
        <dsp:cNvPr id="0" name=""/>
        <dsp:cNvSpPr/>
      </dsp:nvSpPr>
      <dsp:spPr>
        <a:xfrm>
          <a:off x="0" y="2417350"/>
          <a:ext cx="10515600" cy="0"/>
        </a:xfrm>
        <a:prstGeom prst="line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accent2">
              <a:hueOff val="4027259"/>
              <a:satOff val="-11558"/>
              <a:lumOff val="-185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F5875-F513-4D37-8ECE-9825C22D3911}">
      <dsp:nvSpPr>
        <dsp:cNvPr id="0" name=""/>
        <dsp:cNvSpPr/>
      </dsp:nvSpPr>
      <dsp:spPr>
        <a:xfrm>
          <a:off x="0" y="2417350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Woolworths Scan&amp;Go</a:t>
          </a:r>
          <a:endParaRPr lang="en-US" sz="2200" kern="1200"/>
        </a:p>
      </dsp:txBody>
      <dsp:txXfrm>
        <a:off x="0" y="2417350"/>
        <a:ext cx="10515600" cy="483363"/>
      </dsp:txXfrm>
    </dsp:sp>
    <dsp:sp modelId="{15E2E1A7-2E08-4C09-804D-3AFAB855A683}">
      <dsp:nvSpPr>
        <dsp:cNvPr id="0" name=""/>
        <dsp:cNvSpPr/>
      </dsp:nvSpPr>
      <dsp:spPr>
        <a:xfrm>
          <a:off x="0" y="2900714"/>
          <a:ext cx="10515600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A34C2-52AC-48AE-BF48-E4476940482E}">
      <dsp:nvSpPr>
        <dsp:cNvPr id="0" name=""/>
        <dsp:cNvSpPr/>
      </dsp:nvSpPr>
      <dsp:spPr>
        <a:xfrm>
          <a:off x="0" y="2900714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Sakman et al. (2023)</a:t>
          </a:r>
          <a:endParaRPr lang="en-US" sz="2200" kern="1200"/>
        </a:p>
      </dsp:txBody>
      <dsp:txXfrm>
        <a:off x="0" y="2900714"/>
        <a:ext cx="10515600" cy="483363"/>
      </dsp:txXfrm>
    </dsp:sp>
    <dsp:sp modelId="{29667686-5D00-4748-BFB5-42EB91586FB3}">
      <dsp:nvSpPr>
        <dsp:cNvPr id="0" name=""/>
        <dsp:cNvSpPr/>
      </dsp:nvSpPr>
      <dsp:spPr>
        <a:xfrm>
          <a:off x="0" y="3384078"/>
          <a:ext cx="10515600" cy="0"/>
        </a:xfrm>
        <a:prstGeom prst="line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accent2">
              <a:hueOff val="5638162"/>
              <a:satOff val="-16181"/>
              <a:lumOff val="-259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F16C1-071A-4DAA-95DA-9A6AA9984221}">
      <dsp:nvSpPr>
        <dsp:cNvPr id="0" name=""/>
        <dsp:cNvSpPr/>
      </dsp:nvSpPr>
      <dsp:spPr>
        <a:xfrm>
          <a:off x="0" y="3384078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Picinin et al. (2025)</a:t>
          </a:r>
          <a:endParaRPr lang="en-US" sz="2200" kern="1200"/>
        </a:p>
      </dsp:txBody>
      <dsp:txXfrm>
        <a:off x="0" y="3384078"/>
        <a:ext cx="10515600" cy="483363"/>
      </dsp:txXfrm>
    </dsp:sp>
    <dsp:sp modelId="{4E0627A3-4AF8-4134-8D36-828D00216695}">
      <dsp:nvSpPr>
        <dsp:cNvPr id="0" name=""/>
        <dsp:cNvSpPr/>
      </dsp:nvSpPr>
      <dsp:spPr>
        <a:xfrm>
          <a:off x="0" y="3867442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36466-E3F2-4C0D-9CC7-989B1B19B7BE}">
      <dsp:nvSpPr>
        <dsp:cNvPr id="0" name=""/>
        <dsp:cNvSpPr/>
      </dsp:nvSpPr>
      <dsp:spPr>
        <a:xfrm>
          <a:off x="0" y="3867442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KW" sz="2200" kern="1200"/>
            <a:t>Liang et al. (2025)</a:t>
          </a:r>
          <a:endParaRPr lang="en-US" sz="2200" kern="1200"/>
        </a:p>
      </dsp:txBody>
      <dsp:txXfrm>
        <a:off x="0" y="3867442"/>
        <a:ext cx="10515600" cy="483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00D7D-474C-4A4E-B173-1E1A31F61DE5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932C5-1247-4C3B-B033-EB386029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932C5-1247-4C3B-B033-EB38602945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5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2A3EF-3B79-1FD4-9733-6A937A01A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B5A00-9A34-09A3-0CD9-FFEC44DE6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BCED9-95BC-4BFE-3CAB-183BEB6E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1B42C-BB17-C5C6-575A-622A6E30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D38CC-D85D-7ED6-09F8-F3E89E3D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157244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8B59-F55A-FCD6-DB82-1643E9B2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6E76-D3EE-E97D-9CED-2FB3D682C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43FB1-B9DF-82DF-F4BD-74A969C2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E0606-D1B5-3D9F-C32F-D3AF9F34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35E9D-9C9F-7796-0985-B9ED4E6F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42453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F1830-12AE-464C-7814-317B2267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7DE51-164D-1B3A-1399-F7D5DDC67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9A03-73CF-DC88-DCCC-F3BC73B74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D6C57-2BFA-D776-6FE5-59D28FAF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6ED4A-AE22-EF0A-618E-B109C042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51851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9EE3-FED6-1422-DF7D-6E2696FE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A8F92-FB94-49D2-9240-A20468753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2584A-4DCF-26C2-95A7-3D6156BFB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99705-AD02-8281-641E-1011F6CA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1EE7B-697C-DA1E-B2A7-126C4722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78AB5-E0B9-6319-9CF9-06453838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569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7F0D-8148-D603-8F9C-92BFA8817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9A88-EAF4-71DC-3921-EE97D6CBF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B4612-3C38-C4E8-0B6C-BD8EC62FD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E08BB-57A5-EFDE-82ED-A3C2B6D50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09FB4D-18AA-C1FE-C6AA-F30D4755A4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3805D3-02F2-EC19-E6FE-BD3A3105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521456-5F0F-8312-42CA-0D275230A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F8EBE-D935-818C-8055-2D1B11F0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228122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CB2B-ABFA-FAE8-3879-8CE1C457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924DD-01FA-D836-9F17-C473290B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1DE0A-8F0C-DC62-280D-2D1791378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39581-3BE8-2DC1-4C9F-225B6D36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176772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087C8-A9DD-46F1-55D6-A6316F3A1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4D1503-7351-3CB0-449B-EED9A1C6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7974E-14DF-AF60-8583-89FF7D41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738133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6702-8AC6-D060-0112-84F8BFC4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69AF0-FE36-762F-5520-8B7C3C30A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83D38-DC38-C8BF-051C-5FE03551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9D894-ED2C-437A-3A39-AB8A7A62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C6B1D-72A8-C59C-6DA5-3EA54E59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BB7F7-162D-054F-43D0-4DE18F3F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120718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DCD1-C9F3-CF88-7665-66E43B35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F4DE5-35D9-6A23-9B63-6020F09E48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K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72FCD-8A9E-CE33-FE07-EADAA85E9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9913C-C45C-D819-077A-FDBE847CE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53D7E-7FE9-8B08-2C02-FB8462D6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20E37-4DE6-44C2-8B37-2F5D4265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87725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475E-C1AD-18B6-1B18-BB1B229A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965DF-B2D8-58E6-81AE-78F133415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A3DF9-70BD-C2A5-B0B3-03DAAEAC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B3124-EA8B-FF97-55BF-0A9361DC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CD18D-9D60-FD9B-33BD-F94C0AD8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64905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93DE2-F230-68B6-7EF0-1085E728F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15AE5-BAB6-AF82-CC43-FE5379EF5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75CE1-EA8F-741F-1D0E-5D99B6D2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AA3D5-F21F-E199-A282-DCDD96444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10B2E-A2E9-58B5-51F4-3AE0B853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344545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CD7C2-C758-A77F-73DE-B9101FD8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K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4BAB1-E35B-0209-268F-6721659EB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K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4FCD-9122-1F3D-7332-6391CA12D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08159-B154-43F1-8872-F6F341BF64E1}" type="datetimeFigureOut">
              <a:rPr lang="ar-KW" smtClean="0"/>
              <a:t>24/04/1448</a:t>
            </a:fld>
            <a:endParaRPr lang="ar-K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A0DE7-6D29-AF5B-7237-A08203DAD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K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74853-52C9-D61B-99BF-06EECCFA7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47636-3455-4326-BE91-F578D30CAA06}" type="slidenum">
              <a:rPr lang="ar-KW" smtClean="0"/>
              <a:t>‹#›</a:t>
            </a:fld>
            <a:endParaRPr lang="ar-KW"/>
          </a:p>
        </p:txBody>
      </p:sp>
    </p:spTree>
    <p:extLst>
      <p:ext uri="{BB962C8B-B14F-4D97-AF65-F5344CB8AC3E}">
        <p14:creationId xmlns:p14="http://schemas.microsoft.com/office/powerpoint/2010/main" val="68613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K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FC4FB-78A9-1A62-675D-0F6F66C89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1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Clevart: Adaptive In-Store Shopping Guidance System</a:t>
            </a:r>
            <a:br>
              <a:rPr lang="en-US" sz="31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31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F012F-EC6C-AD0E-259E-718343BC4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 fontAlgn="t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Team ArchWorks</a:t>
            </a:r>
            <a:endParaRPr lang="en-US" sz="1800">
              <a:solidFill>
                <a:schemeClr val="tx2"/>
              </a:solidFill>
            </a:endParaRPr>
          </a:p>
          <a:p>
            <a:pPr marL="342900" lvl="0"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Ayed Sultan Al-Mutairi</a:t>
            </a:r>
          </a:p>
          <a:p>
            <a:pPr marL="342900" lvl="0"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Yousof Osama Dardir</a:t>
            </a:r>
          </a:p>
          <a:p>
            <a:pPr marL="342900" lvl="0"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Khalid Fahad Abu-Shaibah</a:t>
            </a:r>
          </a:p>
          <a:p>
            <a:pPr marL="342900" lvl="0"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Yousef Naif Al-Otaibi</a:t>
            </a:r>
          </a:p>
          <a:p>
            <a:pPr marL="342900" lvl="0"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Ali Mishal Al-Laho</a:t>
            </a:r>
          </a:p>
          <a:p>
            <a:pPr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Supervisor: Dr. Maha Faisal</a:t>
            </a:r>
          </a:p>
          <a:p>
            <a:pPr indent="-228600" algn="l" fontAlgn="t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Kuwait University - Computer Engineering Department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hopping cart">
            <a:extLst>
              <a:ext uri="{FF2B5EF4-FFF2-40B4-BE49-F238E27FC236}">
                <a16:creationId xmlns:a16="http://schemas.microsoft.com/office/drawing/2014/main" id="{5E015BA5-80F0-EA81-7644-A8EF34EA20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3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F8D43-2CAA-0A67-3E4B-DB9926AB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ar-KW" sz="5400"/>
              <a:t>Agenda</a:t>
            </a:r>
            <a:br>
              <a:rPr lang="ar-KW" sz="5400"/>
            </a:br>
            <a:endParaRPr lang="ar-KW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D06C7-C03B-C3CE-C0A8-80FE8C694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 fontScale="92500" lnSpcReduction="20000"/>
          </a:bodyPr>
          <a:lstStyle/>
          <a:p>
            <a:pPr marL="342900" lvl="0" indent="-342900" fontAlgn="t"/>
            <a:r>
              <a:rPr lang="ar-KW" dirty="0" err="1"/>
              <a:t>Problem</a:t>
            </a:r>
            <a:endParaRPr lang="ar-KW" dirty="0"/>
          </a:p>
          <a:p>
            <a:pPr marL="342900" lvl="0" indent="-342900" fontAlgn="t"/>
            <a:r>
              <a:rPr lang="ar-KW" dirty="0" err="1"/>
              <a:t>Target</a:t>
            </a:r>
            <a:r>
              <a:rPr lang="ar-KW" dirty="0"/>
              <a:t> </a:t>
            </a:r>
            <a:r>
              <a:rPr lang="ar-KW" dirty="0" err="1"/>
              <a:t>Users</a:t>
            </a:r>
            <a:endParaRPr lang="ar-KW" dirty="0"/>
          </a:p>
          <a:p>
            <a:pPr marL="342900" lvl="0" indent="-342900" fontAlgn="t"/>
            <a:r>
              <a:rPr lang="ar-KW" dirty="0" err="1"/>
              <a:t>Objectives</a:t>
            </a:r>
            <a:endParaRPr lang="ar-KW" dirty="0"/>
          </a:p>
          <a:p>
            <a:pPr marL="342900" lvl="0" indent="-342900" fontAlgn="t"/>
            <a:r>
              <a:rPr lang="ar-KW" dirty="0" err="1"/>
              <a:t>Proposed</a:t>
            </a:r>
            <a:r>
              <a:rPr lang="ar-KW" dirty="0"/>
              <a:t> </a:t>
            </a:r>
            <a:r>
              <a:rPr lang="ar-KW" dirty="0" err="1"/>
              <a:t>Solution</a:t>
            </a:r>
            <a:endParaRPr lang="ar-KW" dirty="0"/>
          </a:p>
          <a:p>
            <a:pPr marL="342900" lvl="0" indent="-342900" fontAlgn="t"/>
            <a:r>
              <a:rPr lang="ar-KW" dirty="0" err="1"/>
              <a:t>System</a:t>
            </a:r>
            <a:r>
              <a:rPr lang="ar-KW" dirty="0"/>
              <a:t> </a:t>
            </a:r>
            <a:r>
              <a:rPr lang="ar-KW" dirty="0" err="1"/>
              <a:t>Workflow</a:t>
            </a:r>
            <a:endParaRPr lang="ar-KW" dirty="0"/>
          </a:p>
          <a:p>
            <a:pPr marL="342900" lvl="0" indent="-342900" fontAlgn="t"/>
            <a:r>
              <a:rPr lang="ar-KW" dirty="0" err="1"/>
              <a:t>Related</a:t>
            </a:r>
            <a:r>
              <a:rPr lang="ar-KW" dirty="0"/>
              <a:t> </a:t>
            </a:r>
            <a:r>
              <a:rPr lang="ar-KW" dirty="0" err="1"/>
              <a:t>Work</a:t>
            </a:r>
            <a:endParaRPr lang="ar-KW" dirty="0"/>
          </a:p>
          <a:p>
            <a:pPr marL="342900" lvl="0" indent="-342900" fontAlgn="t"/>
            <a:r>
              <a:rPr lang="ar-KW" dirty="0" err="1"/>
              <a:t>Competitive</a:t>
            </a:r>
            <a:r>
              <a:rPr lang="ar-KW" dirty="0"/>
              <a:t> </a:t>
            </a:r>
            <a:r>
              <a:rPr lang="ar-KW" dirty="0" err="1"/>
              <a:t>Advantage</a:t>
            </a:r>
            <a:endParaRPr lang="ar-KW" dirty="0"/>
          </a:p>
          <a:p>
            <a:pPr marL="342900" lvl="0" indent="-342900" fontAlgn="t"/>
            <a:r>
              <a:rPr lang="ar-KW" dirty="0" err="1"/>
              <a:t>Success</a:t>
            </a:r>
            <a:r>
              <a:rPr lang="ar-KW" dirty="0"/>
              <a:t> </a:t>
            </a:r>
            <a:r>
              <a:rPr lang="ar-KW" dirty="0" err="1"/>
              <a:t>Metrics</a:t>
            </a:r>
            <a:r>
              <a:rPr lang="ar-KW" dirty="0"/>
              <a:t> &amp; </a:t>
            </a:r>
            <a:r>
              <a:rPr lang="ar-KW" dirty="0" err="1"/>
              <a:t>Constraints</a:t>
            </a:r>
            <a:endParaRPr lang="ar-KW" dirty="0"/>
          </a:p>
          <a:p>
            <a:pPr marL="342900" lvl="0" indent="-342900" fontAlgn="t"/>
            <a:r>
              <a:rPr lang="ar-KW" dirty="0" err="1"/>
              <a:t>Team</a:t>
            </a:r>
            <a:r>
              <a:rPr lang="ar-KW" dirty="0"/>
              <a:t> &amp; </a:t>
            </a:r>
            <a:r>
              <a:rPr lang="ar-KW" dirty="0" err="1"/>
              <a:t>Outcomes</a:t>
            </a:r>
            <a:endParaRPr lang="ar-KW" dirty="0"/>
          </a:p>
          <a:p>
            <a:pPr marL="342900" lvl="0" indent="-342900" fontAlgn="t"/>
            <a:r>
              <a:rPr lang="ar-KW" dirty="0" err="1"/>
              <a:t>Conclusion</a:t>
            </a:r>
            <a:endParaRPr lang="ar-KW" dirty="0"/>
          </a:p>
          <a:p>
            <a:endParaRPr lang="ar-KW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BFC1A-62E0-95CF-F00D-0E7043F48609}"/>
              </a:ext>
            </a:extLst>
          </p:cNvPr>
          <p:cNvSpPr txBox="1"/>
          <p:nvPr/>
        </p:nvSpPr>
        <p:spPr>
          <a:xfrm>
            <a:off x="1396721" y="6229978"/>
            <a:ext cx="221143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Khaled Abu-</a:t>
            </a:r>
            <a:r>
              <a:rPr lang="en-GB" dirty="0" err="1"/>
              <a:t>Shaibah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335445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4790F-41D4-099F-96AB-60F1BC2FC0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" r="29229" b="1"/>
          <a:stretch>
            <a:fillRect/>
          </a:stretch>
        </p:blipFill>
        <p:spPr>
          <a:xfrm>
            <a:off x="181899" y="182880"/>
            <a:ext cx="5915025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179960-D2B1-FE35-B0B0-6FD79696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614" y="557189"/>
            <a:ext cx="10509179" cy="2795808"/>
          </a:xfrm>
        </p:spPr>
        <p:txBody>
          <a:bodyPr anchor="b">
            <a:normAutofit/>
          </a:bodyPr>
          <a:lstStyle/>
          <a:p>
            <a:r>
              <a:rPr lang="ar-KW" sz="4000">
                <a:solidFill>
                  <a:srgbClr val="FFFFFF"/>
                </a:solidFill>
              </a:rPr>
              <a:t>The Problem</a:t>
            </a:r>
            <a:br>
              <a:rPr lang="ar-KW" sz="4000">
                <a:solidFill>
                  <a:srgbClr val="FFFFFF"/>
                </a:solidFill>
              </a:rPr>
            </a:br>
            <a:endParaRPr lang="ar-KW" sz="40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5E64D-2AAC-A933-4288-C14FFE342D48}"/>
              </a:ext>
            </a:extLst>
          </p:cNvPr>
          <p:cNvSpPr txBox="1"/>
          <p:nvPr/>
        </p:nvSpPr>
        <p:spPr>
          <a:xfrm>
            <a:off x="9103807" y="6114758"/>
            <a:ext cx="129676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Ali  Al-Laho</a:t>
            </a:r>
            <a:endParaRPr lang="ar-KW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641586-8247-546A-27AB-E9429141A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080" y="175336"/>
            <a:ext cx="5903939" cy="6499784"/>
          </a:xfrm>
          <a:prstGeom prst="rect">
            <a:avLst/>
          </a:prstGeom>
          <a:effectLst>
            <a:outerShdw blurRad="1270000" dist="50800"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DFD0-2CDC-F4BC-13B3-BDFFACEE9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3573550"/>
            <a:ext cx="9036916" cy="3101569"/>
          </a:xfrm>
        </p:spPr>
        <p:txBody>
          <a:bodyPr>
            <a:normAutofit/>
          </a:bodyPr>
          <a:lstStyle/>
          <a:p>
            <a:pPr marL="342900" lvl="0" indent="-342900" fontAlgn="t"/>
            <a:r>
              <a:rPr lang="ar-KW" sz="1900" dirty="0">
                <a:solidFill>
                  <a:srgbClr val="FFFFFF"/>
                </a:solidFill>
              </a:rPr>
              <a:t>Customers spend significant time searching for products.</a:t>
            </a:r>
          </a:p>
          <a:p>
            <a:pPr marL="342900" lvl="0" indent="-342900" fontAlgn="t"/>
            <a:r>
              <a:rPr lang="ar-KW" sz="1900" dirty="0">
                <a:solidFill>
                  <a:srgbClr val="FFFFFF"/>
                </a:solidFill>
              </a:rPr>
              <a:t>Product locations frequently change.</a:t>
            </a:r>
          </a:p>
          <a:p>
            <a:pPr marL="342900" lvl="0" indent="-342900" fontAlgn="t"/>
            <a:r>
              <a:rPr lang="ar-KW" sz="1900" dirty="0">
                <a:solidFill>
                  <a:srgbClr val="FFFFFF"/>
                </a:solidFill>
              </a:rPr>
              <a:t>Shoppers often backtrack between aisles.</a:t>
            </a:r>
          </a:p>
          <a:p>
            <a:pPr marL="342900" lvl="0" indent="-342900" fontAlgn="t"/>
            <a:r>
              <a:rPr lang="ar-KW" sz="1900" dirty="0">
                <a:solidFill>
                  <a:srgbClr val="FFFFFF"/>
                </a:solidFill>
              </a:rPr>
              <a:t>Dependence on employees increases.</a:t>
            </a:r>
          </a:p>
          <a:p>
            <a:pPr marL="342900" lvl="0" indent="-342900" fontAlgn="t"/>
            <a:r>
              <a:rPr lang="ar-KW" sz="1900" dirty="0">
                <a:solidFill>
                  <a:srgbClr val="FFFFFF"/>
                </a:solidFill>
              </a:rPr>
              <a:t>Shopping routes become inefficient in unfamiliar stores.</a:t>
            </a:r>
          </a:p>
          <a:p>
            <a:endParaRPr lang="ar-KW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229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316F24-1585-34E1-5E65-6DC3D9A7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ar-KW" sz="4200" b="1"/>
              <a:t>Who Is Affected?</a:t>
            </a:r>
            <a:br>
              <a:rPr lang="ar-KW" sz="4200" b="1"/>
            </a:br>
            <a:endParaRPr lang="ar-KW" sz="4200"/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2820-962D-C1E6-4507-8F7CD754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342900" lvl="0" indent="-342900" fontAlgn="t"/>
            <a:r>
              <a:rPr lang="ar-KW" sz="1700"/>
              <a:t>Regular supermarket shoppers</a:t>
            </a:r>
          </a:p>
          <a:p>
            <a:pPr marL="342900" lvl="0" indent="-342900" fontAlgn="t"/>
            <a:r>
              <a:rPr lang="ar-KW" sz="1700"/>
              <a:t>First-time visitors</a:t>
            </a:r>
          </a:p>
          <a:p>
            <a:pPr marL="342900" lvl="0" indent="-342900" fontAlgn="t"/>
            <a:r>
              <a:rPr lang="ar-KW" sz="1700"/>
              <a:t>Customers with large shopping lists</a:t>
            </a:r>
          </a:p>
          <a:p>
            <a:pPr marL="342900" lvl="0" indent="-342900" fontAlgn="t"/>
            <a:r>
              <a:rPr lang="ar-KW" sz="1700"/>
              <a:t>Shoppers unfamiliar with store layouts</a:t>
            </a:r>
          </a:p>
          <a:p>
            <a:pPr fontAlgn="t">
              <a:buNone/>
            </a:pPr>
            <a:r>
              <a:rPr lang="ar-KW" sz="1700" b="1"/>
              <a:t>Effects</a:t>
            </a:r>
          </a:p>
          <a:p>
            <a:pPr marL="342900" lvl="0" indent="-342900" fontAlgn="t"/>
            <a:r>
              <a:rPr lang="ar-KW" sz="1700"/>
              <a:t>Longer shopping trips</a:t>
            </a:r>
          </a:p>
          <a:p>
            <a:pPr marL="342900" lvl="0" indent="-342900" fontAlgn="t"/>
            <a:r>
              <a:rPr lang="ar-KW" sz="1700"/>
              <a:t>Increased walking distance</a:t>
            </a:r>
          </a:p>
          <a:p>
            <a:pPr marL="342900" lvl="0" indent="-342900" fontAlgn="t"/>
            <a:r>
              <a:rPr lang="ar-KW" sz="1700"/>
              <a:t>Missed products</a:t>
            </a:r>
          </a:p>
          <a:p>
            <a:pPr marL="342900" lvl="0" indent="-342900" fontAlgn="t"/>
            <a:r>
              <a:rPr lang="ar-KW" sz="1700"/>
              <a:t>Customer frustration</a:t>
            </a:r>
          </a:p>
          <a:p>
            <a:endParaRPr lang="ar-KW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72131-C89D-A540-03AF-284E66B07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" r="21964" b="-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6EC9A-1DB8-9FBE-87FD-5508FB6326B8}"/>
              </a:ext>
            </a:extLst>
          </p:cNvPr>
          <p:cNvSpPr txBox="1"/>
          <p:nvPr/>
        </p:nvSpPr>
        <p:spPr>
          <a:xfrm>
            <a:off x="508901" y="6345477"/>
            <a:ext cx="129676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Ali  Al-Laho</a:t>
            </a:r>
            <a:endParaRPr lang="ar-KW" dirty="0"/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406535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4F016-E335-88E5-52F1-16F2E570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ar-KW">
                <a:solidFill>
                  <a:srgbClr val="FFFFFF"/>
                </a:solidFill>
              </a:rPr>
              <a:t>Objectives</a:t>
            </a:r>
            <a:br>
              <a:rPr lang="ar-KW">
                <a:solidFill>
                  <a:srgbClr val="FFFFFF"/>
                </a:solidFill>
              </a:rPr>
            </a:br>
            <a:endParaRPr lang="ar-KW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6560A-A3FB-96B2-8D76-73D305259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fontAlgn="t">
              <a:buNone/>
            </a:pPr>
            <a:r>
              <a:rPr lang="ar-KW" b="1" dirty="0" err="1"/>
              <a:t>Main</a:t>
            </a:r>
            <a:r>
              <a:rPr lang="ar-KW" b="1" dirty="0"/>
              <a:t> </a:t>
            </a:r>
            <a:r>
              <a:rPr lang="ar-KW" b="1" dirty="0" err="1"/>
              <a:t>Objective</a:t>
            </a:r>
            <a:endParaRPr lang="ar-KW" b="1" dirty="0"/>
          </a:p>
          <a:p>
            <a:pPr fontAlgn="t">
              <a:buNone/>
            </a:pPr>
            <a:r>
              <a:rPr lang="ar-KW" dirty="0" err="1"/>
              <a:t>Reduce</a:t>
            </a:r>
            <a:r>
              <a:rPr lang="ar-KW" dirty="0"/>
              <a:t> </a:t>
            </a:r>
            <a:r>
              <a:rPr lang="ar-KW" dirty="0" err="1"/>
              <a:t>product-search</a:t>
            </a:r>
            <a:r>
              <a:rPr lang="ar-KW" dirty="0"/>
              <a:t> </a:t>
            </a:r>
            <a:r>
              <a:rPr lang="ar-KW" dirty="0" err="1"/>
              <a:t>time</a:t>
            </a:r>
            <a:r>
              <a:rPr lang="ar-KW" dirty="0"/>
              <a:t> </a:t>
            </a:r>
            <a:r>
              <a:rPr lang="ar-KW" dirty="0" err="1"/>
              <a:t>and</a:t>
            </a:r>
            <a:r>
              <a:rPr lang="ar-KW" dirty="0"/>
              <a:t> </a:t>
            </a:r>
            <a:r>
              <a:rPr lang="ar-KW" dirty="0" err="1"/>
              <a:t>unnecessary</a:t>
            </a:r>
            <a:r>
              <a:rPr lang="ar-KW" dirty="0"/>
              <a:t> </a:t>
            </a:r>
            <a:r>
              <a:rPr lang="ar-KW" dirty="0" err="1"/>
              <a:t>walking</a:t>
            </a:r>
            <a:r>
              <a:rPr lang="ar-KW" dirty="0"/>
              <a:t> </a:t>
            </a:r>
            <a:r>
              <a:rPr lang="ar-KW" dirty="0" err="1"/>
              <a:t>using</a:t>
            </a:r>
            <a:r>
              <a:rPr lang="ar-KW" dirty="0"/>
              <a:t> </a:t>
            </a:r>
            <a:r>
              <a:rPr lang="ar-KW" dirty="0" err="1"/>
              <a:t>adaptive</a:t>
            </a:r>
            <a:r>
              <a:rPr lang="ar-KW" dirty="0"/>
              <a:t> </a:t>
            </a:r>
            <a:r>
              <a:rPr lang="ar-KW" dirty="0" err="1"/>
              <a:t>guidance</a:t>
            </a:r>
            <a:r>
              <a:rPr lang="ar-KW" dirty="0"/>
              <a:t>.</a:t>
            </a:r>
          </a:p>
          <a:p>
            <a:pPr fontAlgn="t">
              <a:buNone/>
            </a:pPr>
            <a:r>
              <a:rPr lang="ar-KW" b="1" dirty="0" err="1"/>
              <a:t>Secondary</a:t>
            </a:r>
            <a:r>
              <a:rPr lang="ar-KW" b="1" dirty="0"/>
              <a:t> </a:t>
            </a:r>
            <a:r>
              <a:rPr lang="ar-KW" b="1" dirty="0" err="1"/>
              <a:t>Objectives</a:t>
            </a:r>
            <a:endParaRPr lang="ar-KW" b="1" dirty="0"/>
          </a:p>
          <a:p>
            <a:pPr marL="342900" lvl="0" indent="-342900" fontAlgn="t"/>
            <a:r>
              <a:rPr lang="ar-KW" dirty="0" err="1"/>
              <a:t>Accurate</a:t>
            </a:r>
            <a:r>
              <a:rPr lang="ar-KW" dirty="0"/>
              <a:t> </a:t>
            </a:r>
            <a:r>
              <a:rPr lang="ar-KW" dirty="0" err="1"/>
              <a:t>product</a:t>
            </a:r>
            <a:r>
              <a:rPr lang="ar-KW" dirty="0"/>
              <a:t> </a:t>
            </a:r>
            <a:r>
              <a:rPr lang="ar-KW" dirty="0" err="1"/>
              <a:t>location</a:t>
            </a:r>
            <a:r>
              <a:rPr lang="ar-KW" dirty="0"/>
              <a:t>.</a:t>
            </a:r>
          </a:p>
          <a:p>
            <a:pPr marL="342900" lvl="0" indent="-342900" fontAlgn="t"/>
            <a:r>
              <a:rPr lang="ar-KW" dirty="0" err="1"/>
              <a:t>Dynamic</a:t>
            </a:r>
            <a:r>
              <a:rPr lang="ar-KW" dirty="0"/>
              <a:t> </a:t>
            </a:r>
            <a:r>
              <a:rPr lang="ar-KW" dirty="0" err="1"/>
              <a:t>route</a:t>
            </a:r>
            <a:r>
              <a:rPr lang="ar-KW" dirty="0"/>
              <a:t> </a:t>
            </a:r>
            <a:r>
              <a:rPr lang="ar-KW" dirty="0" err="1"/>
              <a:t>planning</a:t>
            </a:r>
            <a:r>
              <a:rPr lang="ar-KW" dirty="0"/>
              <a:t>.</a:t>
            </a:r>
          </a:p>
          <a:p>
            <a:pPr marL="342900" lvl="0" indent="-342900" fontAlgn="t"/>
            <a:r>
              <a:rPr lang="ar-KW" dirty="0" err="1"/>
              <a:t>Purchase</a:t>
            </a:r>
            <a:r>
              <a:rPr lang="ar-KW" dirty="0"/>
              <a:t> </a:t>
            </a:r>
            <a:r>
              <a:rPr lang="ar-KW" dirty="0" err="1"/>
              <a:t>tracking</a:t>
            </a:r>
            <a:r>
              <a:rPr lang="ar-KW" dirty="0"/>
              <a:t>.</a:t>
            </a:r>
          </a:p>
          <a:p>
            <a:pPr marL="342900" lvl="0" indent="-342900" fontAlgn="t"/>
            <a:r>
              <a:rPr lang="ar-KW" dirty="0" err="1"/>
              <a:t>Spending</a:t>
            </a:r>
            <a:r>
              <a:rPr lang="ar-KW" dirty="0"/>
              <a:t> </a:t>
            </a:r>
            <a:r>
              <a:rPr lang="ar-KW" dirty="0" err="1"/>
              <a:t>monitoring</a:t>
            </a:r>
            <a:r>
              <a:rPr lang="ar-KW" dirty="0"/>
              <a:t>.</a:t>
            </a:r>
          </a:p>
          <a:p>
            <a:pPr marL="342900" lvl="0" indent="-342900" fontAlgn="t"/>
            <a:r>
              <a:rPr lang="ar-KW" dirty="0" err="1"/>
              <a:t>Reduced</a:t>
            </a:r>
            <a:r>
              <a:rPr lang="ar-KW" dirty="0"/>
              <a:t> </a:t>
            </a:r>
            <a:r>
              <a:rPr lang="ar-KW" dirty="0" err="1"/>
              <a:t>employee</a:t>
            </a:r>
            <a:r>
              <a:rPr lang="ar-KW" dirty="0"/>
              <a:t> </a:t>
            </a:r>
            <a:r>
              <a:rPr lang="ar-KW" dirty="0" err="1"/>
              <a:t>dependence</a:t>
            </a:r>
            <a:r>
              <a:rPr lang="ar-KW" dirty="0"/>
              <a:t>.</a:t>
            </a:r>
          </a:p>
          <a:p>
            <a:endParaRPr lang="ar-KW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595AF-3656-BB06-1C2F-9AD4E948C5FF}"/>
              </a:ext>
            </a:extLst>
          </p:cNvPr>
          <p:cNvSpPr txBox="1"/>
          <p:nvPr/>
        </p:nvSpPr>
        <p:spPr>
          <a:xfrm>
            <a:off x="10205884" y="6518787"/>
            <a:ext cx="178189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Yousof Al-Otaibi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237665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38652E-4517-3313-B6BB-03AE739CC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ar-KW" sz="4000">
                <a:solidFill>
                  <a:srgbClr val="FFFFFF"/>
                </a:solidFill>
              </a:rPr>
              <a:t>Our Solution at a Glance</a:t>
            </a:r>
            <a:br>
              <a:rPr lang="ar-KW" sz="4000">
                <a:solidFill>
                  <a:srgbClr val="FFFFFF"/>
                </a:solidFill>
              </a:rPr>
            </a:br>
            <a:endParaRPr lang="ar-KW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973A8B1-6A61-6314-8DB8-470C8AA83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95957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32FC98-DF5C-EE5B-7F2C-2D8BFCE3E45E}"/>
              </a:ext>
            </a:extLst>
          </p:cNvPr>
          <p:cNvSpPr txBox="1"/>
          <p:nvPr/>
        </p:nvSpPr>
        <p:spPr>
          <a:xfrm>
            <a:off x="10097729" y="6308469"/>
            <a:ext cx="1781898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Yousof Al-Otaibi</a:t>
            </a:r>
            <a:endParaRPr lang="ar-KW" dirty="0"/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797428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AE53B2E-42E7-7D58-DD0A-945C17B0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pPr fontAlgn="t"/>
            <a:r>
              <a:rPr lang="ar-KW" sz="4800" b="1" dirty="0" err="1">
                <a:solidFill>
                  <a:schemeClr val="bg1"/>
                </a:solidFill>
              </a:rPr>
              <a:t>How</a:t>
            </a:r>
            <a:r>
              <a:rPr lang="ar-KW" sz="4800" b="1" dirty="0">
                <a:solidFill>
                  <a:schemeClr val="bg1"/>
                </a:solidFill>
              </a:rPr>
              <a:t> </a:t>
            </a:r>
            <a:r>
              <a:rPr lang="ar-KW" sz="4800" b="1" dirty="0" err="1">
                <a:solidFill>
                  <a:schemeClr val="bg1"/>
                </a:solidFill>
              </a:rPr>
              <a:t>It</a:t>
            </a:r>
            <a:r>
              <a:rPr lang="ar-KW" sz="4800" b="1" dirty="0">
                <a:solidFill>
                  <a:schemeClr val="bg1"/>
                </a:solidFill>
              </a:rPr>
              <a:t> </a:t>
            </a:r>
            <a:r>
              <a:rPr lang="ar-KW" sz="4800" b="1" dirty="0" err="1">
                <a:solidFill>
                  <a:schemeClr val="bg1"/>
                </a:solidFill>
              </a:rPr>
              <a:t>Works</a:t>
            </a:r>
            <a:br>
              <a:rPr lang="ar-KW" sz="4800" b="1" dirty="0">
                <a:solidFill>
                  <a:schemeClr val="bg1"/>
                </a:solidFill>
              </a:rPr>
            </a:br>
            <a:br>
              <a:rPr lang="ar-KW" sz="4800" b="1" dirty="0">
                <a:solidFill>
                  <a:schemeClr val="bg1"/>
                </a:solidFill>
              </a:rPr>
            </a:br>
            <a:endParaRPr lang="ar-KW" sz="4800" dirty="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5F6FE59-052C-5B5B-2E0B-82DD51473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pPr fontAlgn="t">
              <a:buNone/>
            </a:pPr>
            <a:r>
              <a:rPr lang="ar-KW" sz="1300" b="1">
                <a:solidFill>
                  <a:schemeClr val="bg1"/>
                </a:solidFill>
              </a:rPr>
              <a:t>Workflow</a:t>
            </a:r>
            <a:endParaRPr lang="en-GB" sz="1300">
              <a:solidFill>
                <a:schemeClr val="bg1"/>
              </a:solidFill>
            </a:endParaRP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Create Shopping List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Detect Cart Location (BLE)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Retrieve Product Locations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Generate Optimal Route (A*/Dijkstra)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Collect Products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Scan Purchased Items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Update Shopping List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Recalculate Route Dynamically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⬇</a:t>
            </a:r>
          </a:p>
          <a:p>
            <a:pPr fontAlgn="t">
              <a:buNone/>
            </a:pPr>
            <a:r>
              <a:rPr lang="ar-KW" sz="1300">
                <a:solidFill>
                  <a:schemeClr val="bg1"/>
                </a:solidFill>
              </a:rPr>
              <a:t>Shopping Completed</a:t>
            </a:r>
          </a:p>
          <a:p>
            <a:endParaRPr lang="ar-KW" sz="13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9CC9A-EA89-B6FF-BF72-6B3B99BA650F}"/>
              </a:ext>
            </a:extLst>
          </p:cNvPr>
          <p:cNvSpPr txBox="1"/>
          <p:nvPr/>
        </p:nvSpPr>
        <p:spPr>
          <a:xfrm>
            <a:off x="1612490" y="6469626"/>
            <a:ext cx="168770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Ayed Al-Mutairi</a:t>
            </a:r>
            <a:endParaRPr lang="ar-KW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7690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74C74-7A1C-2F61-120C-B6470980E8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" r="22253" b="-1"/>
          <a:stretch>
            <a:fillRect/>
          </a:stretch>
        </p:blipFill>
        <p:spPr>
          <a:xfrm>
            <a:off x="187388" y="164230"/>
            <a:ext cx="5915025" cy="6499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AFE45E-A622-1F28-F2B1-181D490742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52" r="25330" b="-1"/>
          <a:stretch>
            <a:fillRect/>
          </a:stretch>
        </p:blipFill>
        <p:spPr>
          <a:xfrm>
            <a:off x="6095156" y="182880"/>
            <a:ext cx="5915025" cy="6499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D7A65A-1DDA-F294-3E43-FBAF746C7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614" y="557189"/>
            <a:ext cx="10509179" cy="2795808"/>
          </a:xfrm>
        </p:spPr>
        <p:txBody>
          <a:bodyPr anchor="b">
            <a:normAutofit/>
          </a:bodyPr>
          <a:lstStyle/>
          <a:p>
            <a:r>
              <a:rPr lang="ar-KW" sz="4000">
                <a:solidFill>
                  <a:srgbClr val="FFFFFF"/>
                </a:solidFill>
              </a:rPr>
              <a:t>Related Work</a:t>
            </a:r>
            <a:br>
              <a:rPr lang="ar-KW" sz="4000">
                <a:solidFill>
                  <a:srgbClr val="FFFFFF"/>
                </a:solidFill>
              </a:rPr>
            </a:br>
            <a:endParaRPr lang="ar-KW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8C2754-27F6-1AC8-04AA-94A19CCDF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384334"/>
              </p:ext>
            </p:extLst>
          </p:nvPr>
        </p:nvGraphicFramePr>
        <p:xfrm>
          <a:off x="844614" y="3526300"/>
          <a:ext cx="10509179" cy="2588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6EEF99-8994-B6D5-69B6-C3EAE8DA6A0F}"/>
              </a:ext>
            </a:extLst>
          </p:cNvPr>
          <p:cNvSpPr txBox="1"/>
          <p:nvPr/>
        </p:nvSpPr>
        <p:spPr>
          <a:xfrm>
            <a:off x="844614" y="6194323"/>
            <a:ext cx="168770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Ayed Al-Mutairi</a:t>
            </a:r>
            <a:endParaRPr lang="ar-KW" dirty="0">
              <a:solidFill>
                <a:schemeClr val="bg1"/>
              </a:solidFill>
            </a:endParaRPr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391018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A2575-5C3C-381C-72BA-7BE31FCE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ar-KW" sz="4000">
                <a:solidFill>
                  <a:srgbClr val="FFFFFF"/>
                </a:solidFill>
              </a:rPr>
              <a:t>How We Are Different</a:t>
            </a:r>
            <a:br>
              <a:rPr lang="ar-KW" sz="4000">
                <a:solidFill>
                  <a:srgbClr val="FFFFFF"/>
                </a:solidFill>
              </a:rPr>
            </a:br>
            <a:endParaRPr lang="ar-KW" sz="40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F2D8499-7565-E86D-64DC-DF1F82FCC5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0277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3994FF-CF15-E1F4-A283-3ED9B699B562}"/>
              </a:ext>
            </a:extLst>
          </p:cNvPr>
          <p:cNvSpPr txBox="1"/>
          <p:nvPr/>
        </p:nvSpPr>
        <p:spPr>
          <a:xfrm>
            <a:off x="1140542" y="6341806"/>
            <a:ext cx="1687706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Ayed Al-Mutairi</a:t>
            </a:r>
            <a:endParaRPr lang="ar-KW" dirty="0">
              <a:solidFill>
                <a:schemeClr val="bg1"/>
              </a:solidFill>
            </a:endParaRPr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1040804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C00648-93D9-66B5-7025-CA66366CF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ar-KW" sz="4800"/>
              <a:t>Measuring Success &amp; Constraints</a:t>
            </a:r>
            <a:br>
              <a:rPr lang="ar-KW" sz="4800"/>
            </a:br>
            <a:endParaRPr lang="ar-KW" sz="4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CA13BE-FDCD-4DA5-5373-4136F70A5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6568516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74A4115-33A6-2B98-A1A1-A4424A758059}"/>
              </a:ext>
            </a:extLst>
          </p:cNvPr>
          <p:cNvSpPr txBox="1"/>
          <p:nvPr/>
        </p:nvSpPr>
        <p:spPr>
          <a:xfrm>
            <a:off x="1789471" y="6331974"/>
            <a:ext cx="16273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Yousof Osama</a:t>
            </a:r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3327193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F553B1-A9CB-4F29-AF7E-9F0B25656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F9DA08-0CE4-4948-98B8-477394AF6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D699E16-955D-4C21-9A6F-5EC2C1015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7F99C60-B760-4AB7-82A8-8F8F2FDD1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959C3F-33EA-40C9-80BB-83633A2FF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3DF0A6E-48CC-42CC-89F3-A3CF0ACE59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AD0BEBA-6430-4248-96E2-4AA260E0B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7AA9AA0-0631-4E81-B652-77C705B20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636E746-F461-4A3F-92A8-1EA68AFEC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DAE3E64-EA4D-404A-8D06-3B7DA809B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8EE8CDB-D942-46AD-9CDC-86B38E03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11EA426-2A5F-4340-8805-87084F65A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551AA85-44DE-402E-84A4-46B44C9B6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184AD92-95E7-4884-A810-7809A6FAB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0B9762-DC9C-4D88-90FA-BE690CAAB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037E06-DC4E-431C-B907-423E75271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92206" y="1498721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DF43A47-DC75-4E8D-8C98-DF05BDA00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30B74E8-B7E4-465A-9CD1-AC3B5853B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89E1AA3-74FB-4B7D-9370-B0BBE544C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C80CEF6-E9CF-4A32-9C91-196F0B36E6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4A4CE49-10E1-4F3D-A79B-B7E483855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93358DA-9068-476A-8997-DC0202B78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02E33A8-398A-4454-B115-81C952E50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32D5C21-E297-487F-AF95-2AB7F1823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DED81C-4C9F-4D2E-B175-5DCF7A20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2CC3244-757D-42AE-988E-5581AB8EF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2298260-7389-5C90-644E-4CA1169B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212" y="646075"/>
            <a:ext cx="4831558" cy="5558890"/>
          </a:xfrm>
          <a:noFill/>
        </p:spPr>
        <p:txBody>
          <a:bodyPr anchor="ctr">
            <a:normAutofit/>
          </a:bodyPr>
          <a:lstStyle/>
          <a:p>
            <a:r>
              <a:rPr lang="ar-KW" sz="4800" dirty="0" err="1"/>
              <a:t>Team</a:t>
            </a:r>
            <a:r>
              <a:rPr lang="ar-KW" sz="4800" dirty="0"/>
              <a:t> &amp; </a:t>
            </a:r>
            <a:r>
              <a:rPr lang="ar-KW" sz="4800" dirty="0" err="1"/>
              <a:t>Expected</a:t>
            </a:r>
            <a:r>
              <a:rPr lang="ar-KW" sz="4800" dirty="0"/>
              <a:t> </a:t>
            </a:r>
            <a:r>
              <a:rPr lang="ar-KW" sz="4800" dirty="0" err="1"/>
              <a:t>Outcomes</a:t>
            </a:r>
            <a:br>
              <a:rPr lang="ar-KW" sz="4800" dirty="0"/>
            </a:br>
            <a:endParaRPr lang="ar-KW" sz="48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F02D718-184F-4377-8EAA-A01904298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10000">
                <a:schemeClr val="tx1">
                  <a:alpha val="20000"/>
                </a:schemeClr>
              </a:gs>
              <a:gs pos="100000">
                <a:schemeClr val="tx2">
                  <a:lumMod val="75000"/>
                  <a:alpha val="2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00F823-9D42-288E-4C0F-C8DEFDEA21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162129"/>
              </p:ext>
            </p:extLst>
          </p:nvPr>
        </p:nvGraphicFramePr>
        <p:xfrm>
          <a:off x="6041946" y="731707"/>
          <a:ext cx="5154871" cy="5274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9414354-0BD9-D5F7-FC23-516C4A258CD4}"/>
              </a:ext>
            </a:extLst>
          </p:cNvPr>
          <p:cNvSpPr txBox="1"/>
          <p:nvPr/>
        </p:nvSpPr>
        <p:spPr>
          <a:xfrm>
            <a:off x="1756935" y="6321877"/>
            <a:ext cx="162730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Yousof Osama</a:t>
            </a:r>
            <a:endParaRPr lang="ar-KW" dirty="0"/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343134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5" name="Rectangle 364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4B68B-9C93-D913-6929-571EA0BC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ar-KW"/>
              <a:t>Conclusion</a:t>
            </a:r>
            <a:br>
              <a:rPr lang="ar-KW"/>
            </a:br>
            <a:endParaRPr lang="ar-KW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FCC6A-9798-9CE4-8E85-611A3A44B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0" r="15894" b="-1"/>
          <a:stretch>
            <a:fillRect/>
          </a:stretch>
        </p:blipFill>
        <p:spPr>
          <a:xfrm>
            <a:off x="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3798A-1E83-2DCE-2C4F-6A58E7F97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 fontAlgn="t">
              <a:buNone/>
            </a:pPr>
            <a:r>
              <a:rPr lang="ar-KW" sz="1900"/>
              <a:t>Clevart combines:</a:t>
            </a:r>
          </a:p>
          <a:p>
            <a:pPr marL="342900" lvl="0" indent="-342900" fontAlgn="t"/>
            <a:r>
              <a:rPr lang="ar-KW" sz="1900"/>
              <a:t>Indoor Localization</a:t>
            </a:r>
          </a:p>
          <a:p>
            <a:pPr marL="342900" lvl="0" indent="-342900" fontAlgn="t"/>
            <a:r>
              <a:rPr lang="ar-KW" sz="1900"/>
              <a:t>Product Database</a:t>
            </a:r>
          </a:p>
          <a:p>
            <a:pPr marL="342900" lvl="0" indent="-342900" fontAlgn="t"/>
            <a:r>
              <a:rPr lang="ar-KW" sz="1900"/>
              <a:t>Adaptive Routing</a:t>
            </a:r>
          </a:p>
          <a:p>
            <a:pPr marL="342900" lvl="0" indent="-342900" fontAlgn="t"/>
            <a:r>
              <a:rPr lang="ar-KW" sz="1900"/>
              <a:t>Purchase Tracking</a:t>
            </a:r>
          </a:p>
          <a:p>
            <a:pPr fontAlgn="t">
              <a:buNone/>
            </a:pPr>
            <a:r>
              <a:rPr lang="ar-KW" sz="1900"/>
              <a:t>to improve supermarket shopping efficiency and reduce search time, walking distance, and backtracking.</a:t>
            </a:r>
          </a:p>
          <a:p>
            <a:pPr fontAlgn="t">
              <a:buNone/>
            </a:pPr>
            <a:r>
              <a:rPr lang="ar-KW" sz="1900" b="1"/>
              <a:t>Future Goal</a:t>
            </a:r>
          </a:p>
          <a:p>
            <a:pPr fontAlgn="t">
              <a:buNone/>
            </a:pPr>
            <a:r>
              <a:rPr lang="ar-KW" sz="1900"/>
              <a:t>Deploy a scalable smart-cart solution for real supermarkets.</a:t>
            </a:r>
          </a:p>
          <a:p>
            <a:endParaRPr lang="ar-KW" sz="1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00A25-C12C-58B0-C1CF-865AE25212C2}"/>
              </a:ext>
            </a:extLst>
          </p:cNvPr>
          <p:cNvSpPr txBox="1"/>
          <p:nvPr/>
        </p:nvSpPr>
        <p:spPr>
          <a:xfrm>
            <a:off x="147484" y="6390968"/>
            <a:ext cx="1627305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GB" dirty="0"/>
              <a:t>Yousof Osama</a:t>
            </a:r>
            <a:endParaRPr lang="ar-KW" dirty="0"/>
          </a:p>
          <a:p>
            <a:endParaRPr lang="ar-KW" dirty="0"/>
          </a:p>
        </p:txBody>
      </p:sp>
    </p:spTree>
    <p:extLst>
      <p:ext uri="{BB962C8B-B14F-4D97-AF65-F5344CB8AC3E}">
        <p14:creationId xmlns:p14="http://schemas.microsoft.com/office/powerpoint/2010/main" val="982875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6F5454-879E-C882-2C7B-2FDB3E4EB8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40DCF-B8FE-A616-66AC-3134EF2AC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ar-KW" dirty="0" err="1"/>
              <a:t>References</a:t>
            </a:r>
            <a:br>
              <a:rPr lang="ar-KW" dirty="0"/>
            </a:br>
            <a:endParaRPr lang="ar-KW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A428DB-7C8B-4B29-229A-184C89ED3E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9531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23605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453</Words>
  <Application>Microsoft Office PowerPoint</Application>
  <PresentationFormat>Widescreen</PresentationFormat>
  <Paragraphs>146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Clevart: Adaptive In-Store Shopping Guidance System </vt:lpstr>
      <vt:lpstr>Agenda </vt:lpstr>
      <vt:lpstr>The Problem </vt:lpstr>
      <vt:lpstr>Who Is Affected? </vt:lpstr>
      <vt:lpstr>Objectives </vt:lpstr>
      <vt:lpstr>Our Solution at a Glance </vt:lpstr>
      <vt:lpstr>How It Works  </vt:lpstr>
      <vt:lpstr>Related Work </vt:lpstr>
      <vt:lpstr>How We Are Different </vt:lpstr>
      <vt:lpstr>Measuring Success &amp; Constraints </vt:lpstr>
      <vt:lpstr>Team &amp; Expected Outcomes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221231188 Khaled Abushaibah</dc:creator>
  <cp:lastModifiedBy>2221140455 Ali Allaho</cp:lastModifiedBy>
  <cp:revision>5</cp:revision>
  <dcterms:created xsi:type="dcterms:W3CDTF">2026-10-05T15:26:55Z</dcterms:created>
  <dcterms:modified xsi:type="dcterms:W3CDTF">2026-10-06T20:46:59Z</dcterms:modified>
</cp:coreProperties>
</file>